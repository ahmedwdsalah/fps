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background_v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B1B1D"/>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1B1B1D"/>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1B1B1D"/>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1B1B1D"/>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1B1B1D"/>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rPr>
                <a:solidFill>
                  <a:srgbClr val="1B1B1D"/>
                </a:solidFill>
              </a:rP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rPr>
                <a:solidFill>
                  <a:srgbClr val="1B1B1D"/>
                </a:solidFill>
              </a:rP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9A173D"/>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1B1B1D"/>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1B1B1D"/>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1B1B1D"/>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1B1B1D"/>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1B1B1D"/>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1B1B1D"/>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1B1B1D"/>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1B1B1D"/>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