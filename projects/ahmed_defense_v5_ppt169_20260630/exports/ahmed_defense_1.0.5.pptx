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94658"/>
  </p:normalViewPr>
  <p:slideViewPr>
    <p:cSldViewPr snapToGrid="0" snapToObjects="1">
      <p:cViewPr varScale="1">
        <p:scale>
          <a:sx n="120" d="100"/>
          <a:sy n="120"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0"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3/22</a:t>
            </a:r>
          </a:p>
        </p:txBody>
      </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2" name="Slide 3 added title rule"/>
          <p:cNvSpPr/>
          <p:nvPr/>
        </p:nvSpPr>
        <p:spPr>
          <a:xfrm>
            <a:off x="647700" y="104775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4/22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5/22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6/22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7/22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8/22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9/22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10/22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11/22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v5 was chosen after weaker paths were rejected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13/22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14/22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15/22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5" name="TextBox 15"/>
          <p:cNvSpPr txBox="1"/>
          <p:nvPr/>
        </p:nvSpPr>
        <p:spPr>
          <a:xfrm>
            <a:off x="7944231" y="5092065"/>
            <a:ext cx="479207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16/22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17/22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model uses structural signals, not magic</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18/22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19/22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Strict checks changed what I was willing to claim</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20/22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84052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I claim, and what I do not claim</a:t>
            </a:r>
          </a:p>
        </p:txBody>
      </p:sp>
      <p:sp>
        <p:nvSpPr>
          <p:cNvPr id="6" name="TextBox 6"/>
          <p:cNvSpPr txBox="1"/>
          <p:nvPr/>
        </p:nvSpPr>
        <p:spPr>
          <a:xfrm>
            <a:off x="601599" y="858679"/>
            <a:ext cx="725719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contribution is strong, but it is not a universal sorting theorem.</a:t>
            </a:r>
          </a:p>
        </p:txBody>
      </p:sp>
      <p:sp>
        <p:nvSpPr>
          <p:cNvPr id="7" name="Freeform 7"/>
          <p:cNvSpPr/>
          <p:nvPr/>
        </p:nvSpPr>
        <p:spPr>
          <a:xfrm>
            <a:off x="857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79195" y="1947862"/>
            <a:ext cx="104778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I claim</a:t>
            </a:r>
          </a:p>
        </p:txBody>
      </p:sp>
      <p:sp>
        <p:nvSpPr>
          <p:cNvPr id="9" name="TextBox 9"/>
          <p:cNvSpPr txBox="1"/>
          <p:nvPr/>
        </p:nvSpPr>
        <p:spPr>
          <a:xfrm>
            <a:off x="1179195" y="2614612"/>
            <a:ext cx="5671852"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v5 closes most measured runtime gap.</a:t>
            </a:r>
          </a:p>
        </p:txBody>
      </p:sp>
      <p:sp>
        <p:nvSpPr>
          <p:cNvPr id="10" name="TextBox 10"/>
          <p:cNvSpPr txBox="1"/>
          <p:nvPr/>
        </p:nvSpPr>
        <p:spPr>
          <a:xfrm>
            <a:off x="1179195" y="3138488"/>
            <a:ext cx="5793028"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Cheap structural features are useful.</a:t>
            </a:r>
          </a:p>
        </p:txBody>
      </p:sp>
      <p:sp>
        <p:nvSpPr>
          <p:cNvPr id="11" name="TextBox 11"/>
          <p:cNvSpPr txBox="1"/>
          <p:nvPr/>
        </p:nvSpPr>
        <p:spPr>
          <a:xfrm>
            <a:off x="1179195" y="3662362"/>
            <a:ext cx="5653486"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Limitations are visible in the results.</a:t>
            </a:r>
          </a:p>
        </p:txBody>
      </p:sp>
      <p:sp>
        <p:nvSpPr>
          <p:cNvPr id="12" name="Freeform 12"/>
          <p:cNvSpPr/>
          <p:nvPr/>
        </p:nvSpPr>
        <p:spPr>
          <a:xfrm>
            <a:off x="6572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894195" y="1947862"/>
            <a:ext cx="212115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 do not claim</a:t>
            </a:r>
          </a:p>
        </p:txBody>
      </p:sp>
      <p:sp>
        <p:nvSpPr>
          <p:cNvPr id="14" name="TextBox 14"/>
          <p:cNvSpPr txBox="1"/>
          <p:nvPr/>
        </p:nvSpPr>
        <p:spPr>
          <a:xfrm>
            <a:off x="6894195" y="2614612"/>
            <a:ext cx="326679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The model is perfect.</a:t>
            </a:r>
          </a:p>
        </p:txBody>
      </p:sp>
      <p:sp>
        <p:nvSpPr>
          <p:cNvPr id="15" name="TextBox 15"/>
          <p:cNvSpPr txBox="1"/>
          <p:nvPr/>
        </p:nvSpPr>
        <p:spPr>
          <a:xfrm>
            <a:off x="6894195" y="3138488"/>
            <a:ext cx="5398846"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F1 specialization is the main result.</a:t>
            </a:r>
          </a:p>
        </p:txBody>
      </p:sp>
      <p:sp>
        <p:nvSpPr>
          <p:cNvPr id="16" name="TextBox 16"/>
          <p:cNvSpPr txBox="1"/>
          <p:nvPr/>
        </p:nvSpPr>
        <p:spPr>
          <a:xfrm>
            <a:off x="6894195" y="3662362"/>
            <a:ext cx="5175474"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LinUCB is validated in this thesis.</a:t>
            </a:r>
          </a:p>
        </p:txBody>
      </p:sp>
      <p:sp>
        <p:nvSpPr>
          <p:cNvPr id="17" name="TextBox 17"/>
          <p:cNvSpPr txBox="1"/>
          <p:nvPr/>
        </p:nvSpPr>
        <p:spPr>
          <a:xfrm>
            <a:off x="848106" y="5425440"/>
            <a:ext cx="1002033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The F1 route is a separate specialization: useful to discuss, but not mixed with v5.</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0" name="Freeform 20"/>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1"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21/22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Rectangle 3"/>
          <p:cNvSpPr/>
          <p:nvPr/>
        </p:nvSpPr>
        <p:spPr>
          <a:xfrm>
            <a:off x="0" y="0"/>
            <a:ext cx="12192000" cy="819150"/>
          </a:xfrm>
          <a:prstGeom prst="rect">
            <a:avLst/>
          </a:prstGeom>
          <a:solidFill>
            <a:srgbClr val="191919"/>
          </a:solidFill>
          <a:ln>
            <a:noFill/>
          </a:ln>
        </p:spPr>
        <p:txBody>
          <a:bodyPr/>
          <a:lstStyle/>
          <a:p>
            <a:endParaRPr/>
          </a:p>
        </p:txBody>
      </p:sp>
      <p:sp>
        <p:nvSpPr>
          <p:cNvPr id="4" name="Rectangle 4"/>
          <p:cNvSpPr/>
          <p:nvPr/>
        </p:nvSpPr>
        <p:spPr>
          <a:xfrm>
            <a:off x="0" y="0"/>
            <a:ext cx="95250" cy="819150"/>
          </a:xfrm>
          <a:prstGeom prst="rect">
            <a:avLst/>
          </a:prstGeom>
          <a:solidFill>
            <a:srgbClr val="D97757"/>
          </a:solidFill>
          <a:ln>
            <a:noFill/>
          </a:ln>
        </p:spPr>
        <p:txBody>
          <a:bodyPr/>
          <a:lstStyle/>
          <a:p>
            <a:endParaRPr/>
          </a:p>
        </p:txBody>
      </p:sp>
      <p:sp>
        <p:nvSpPr>
          <p:cNvPr id="5" name="TextBox 5"/>
          <p:cNvSpPr txBox="1"/>
          <p:nvPr/>
        </p:nvSpPr>
        <p:spPr>
          <a:xfrm>
            <a:off x="411099" y="344329"/>
            <a:ext cx="3512439"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666750" y="1244918"/>
            <a:ext cx="305070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Thank you</a:t>
            </a:r>
          </a:p>
        </p:txBody>
      </p:sp>
      <p:sp>
        <p:nvSpPr>
          <p:cNvPr id="7" name="TextBox 7"/>
          <p:cNvSpPr txBox="1"/>
          <p:nvPr/>
        </p:nvSpPr>
        <p:spPr>
          <a:xfrm>
            <a:off x="667512" y="1945005"/>
            <a:ext cx="2914536"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Questions?</a:t>
            </a:r>
          </a:p>
        </p:txBody>
      </p:sp>
      <p:sp>
        <p:nvSpPr>
          <p:cNvPr id="8" name="Freeform 8"/>
          <p:cNvSpPr/>
          <p:nvPr/>
        </p:nvSpPr>
        <p:spPr>
          <a:xfrm>
            <a:off x="6858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97917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1</a:t>
            </a:r>
          </a:p>
        </p:txBody>
      </p:sp>
      <p:sp>
        <p:nvSpPr>
          <p:cNvPr id="10" name="TextBox 10"/>
          <p:cNvSpPr txBox="1"/>
          <p:nvPr/>
        </p:nvSpPr>
        <p:spPr>
          <a:xfrm>
            <a:off x="981456" y="3901440"/>
            <a:ext cx="330167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sorting selection framed as</a:t>
            </a:r>
          </a:p>
        </p:txBody>
      </p:sp>
      <p:sp>
        <p:nvSpPr>
          <p:cNvPr id="11" name="TextBox 11"/>
          <p:cNvSpPr txBox="1"/>
          <p:nvPr/>
        </p:nvSpPr>
        <p:spPr>
          <a:xfrm>
            <a:off x="981456" y="4225290"/>
            <a:ext cx="282206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measured ML problem</a:t>
            </a:r>
          </a:p>
        </p:txBody>
      </p:sp>
      <p:sp>
        <p:nvSpPr>
          <p:cNvPr id="12" name="Freeform 12"/>
          <p:cNvSpPr/>
          <p:nvPr/>
        </p:nvSpPr>
        <p:spPr>
          <a:xfrm>
            <a:off x="447675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012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2</a:t>
            </a:r>
          </a:p>
        </p:txBody>
      </p:sp>
      <p:sp>
        <p:nvSpPr>
          <p:cNvPr id="14" name="TextBox 14"/>
          <p:cNvSpPr txBox="1"/>
          <p:nvPr/>
        </p:nvSpPr>
        <p:spPr>
          <a:xfrm>
            <a:off x="4772406" y="3901440"/>
            <a:ext cx="31683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structural features</a:t>
            </a:r>
          </a:p>
        </p:txBody>
      </p:sp>
      <p:sp>
        <p:nvSpPr>
          <p:cNvPr id="15" name="TextBox 15"/>
          <p:cNvSpPr txBox="1"/>
          <p:nvPr/>
        </p:nvSpPr>
        <p:spPr>
          <a:xfrm>
            <a:off x="4772406" y="4225290"/>
            <a:ext cx="235663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across five domains</a:t>
            </a:r>
          </a:p>
        </p:txBody>
      </p:sp>
      <p:sp>
        <p:nvSpPr>
          <p:cNvPr id="16" name="Freeform 16"/>
          <p:cNvSpPr/>
          <p:nvPr/>
        </p:nvSpPr>
        <p:spPr>
          <a:xfrm>
            <a:off x="82677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8561070" y="3424238"/>
            <a:ext cx="229579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Contribution 3</a:t>
            </a:r>
          </a:p>
        </p:txBody>
      </p:sp>
      <p:sp>
        <p:nvSpPr>
          <p:cNvPr id="18" name="TextBox 18"/>
          <p:cNvSpPr txBox="1"/>
          <p:nvPr/>
        </p:nvSpPr>
        <p:spPr>
          <a:xfrm>
            <a:off x="8563356" y="3901440"/>
            <a:ext cx="26110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93.1% gap closed with</a:t>
            </a:r>
          </a:p>
        </p:txBody>
      </p:sp>
      <p:sp>
        <p:nvSpPr>
          <p:cNvPr id="19" name="TextBox 19"/>
          <p:cNvSpPr txBox="1"/>
          <p:nvPr/>
        </p:nvSpPr>
        <p:spPr>
          <a:xfrm>
            <a:off x="8563356" y="422529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clear limitations</a:t>
            </a:r>
          </a:p>
        </p:txBody>
      </p:sp>
      <p:sp>
        <p:nvSpPr>
          <p:cNvPr id="20" name="TextBox 20"/>
          <p:cNvSpPr txBox="1"/>
          <p:nvPr/>
        </p:nvSpPr>
        <p:spPr>
          <a:xfrm>
            <a:off x="676656" y="5520690"/>
            <a:ext cx="125472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Future work: stronger domain adaptation, validated online selection, and deeper F1-specific evaluation.</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22/22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2333</Words>
  <Application>Microsoft Macintosh PowerPoint</Application>
  <PresentationFormat>Widescreen</PresentationFormat>
  <Paragraphs>308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2026-07-01T08:28:38Z</dcterms:modified>
  <cp:category/>
  <cp:contentStatus/>
  <dc:language/>
</cp:coreProperties>
</file>