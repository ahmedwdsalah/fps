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9457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C1638"/>
          </a:solidFill>
          <a:ln w="12700">
            <a:solidFill>
              <a:srgbClr val="9C16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91440"/>
          </a:xfrm>
          <a:prstGeom prst="rect">
            <a:avLst/>
          </a:prstGeom>
          <a:solidFill>
            <a:srgbClr val="F4511E"/>
          </a:solidFill>
          <a:ln w="12700">
            <a:solidFill>
              <a:srgbClr val="F4511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9C1638"/>
          </a:solidFill>
          <a:ln w="12700">
            <a:solidFill>
              <a:srgbClr val="9C163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75720" y="6565392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1/1</a:t>
            </a:r>
            <a:endParaRPr lang="en-US" sz="1000" dirty="0"/>
          </a:p>
        </p:txBody>
      </p: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F7DB93BC-422E-3546-4E89-9F7F59622EC6}"/>
              </a:ext>
            </a:extLst>
          </p:cNvPr>
          <p:cNvCxnSpPr>
            <a:cxnSpLocks/>
          </p:cNvCxnSpPr>
          <p:nvPr/>
        </p:nvCxnSpPr>
        <p:spPr>
          <a:xfrm>
            <a:off x="869063" y="1107075"/>
            <a:ext cx="10453568" cy="0"/>
          </a:xfrm>
          <a:prstGeom prst="line">
            <a:avLst/>
          </a:prstGeom>
          <a:ln w="1524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F76FED6-A7D8-7D6D-7DFD-48E9A24C6A11}"/>
              </a:ext>
            </a:extLst>
          </p:cNvPr>
          <p:cNvSpPr txBox="1"/>
          <p:nvPr/>
        </p:nvSpPr>
        <p:spPr>
          <a:xfrm>
            <a:off x="5750011" y="347472"/>
            <a:ext cx="118045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4200" dirty="0"/>
              <a:t>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Macintosh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Company>CIU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patterned slide</dc:title>
  <dc:subject>Defense slide blank patterned</dc:subject>
  <dc:creator>Ahmed Salah</dc:creator>
  <cp:lastModifiedBy>Salah Abdalhi</cp:lastModifiedBy>
  <cp:revision>2</cp:revision>
  <dcterms:created xsi:type="dcterms:W3CDTF">2026-07-06T17:53:03Z</dcterms:created>
  <dcterms:modified xsi:type="dcterms:W3CDTF">2026-07-07T00:20:50Z</dcterms:modified>
</cp:coreProperties>
</file>