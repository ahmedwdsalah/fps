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Rectangle 2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study measures whether this choice can be learned well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r>
              <a:t>v5 was chosen after earlier designs were tested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r>
              <a:t>The model history shows how the final design was selected through empirical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t>insufficient</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t>scope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r>
              <a:t>The model uses structural array signals</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r>
              <a:t>Strict checks defined the final scope</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r>
              <a:t>Several experiments were useful because they clarified the limits of the result.</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The final result stays focused: v5 performs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21/24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final result supports structural-feature-based sorting algorithm selection on realistic numeric arrays.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pPr algn="ctr"/>
            <a:r>
              <a:rPr sz="2500" b="1">
                <a:solidFill>
                  <a:srgbClr val="191919"/>
                </a:solidFill>
                <a:latin typeface="Arial"/>
              </a:rPr>
              <a:t>A feature-based selector can reduce sorting runtime on realistic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400" b="1">
                <a:solidFill>
                  <a:srgbClr val="8F1D3A"/>
                </a:solidFill>
                <a:latin typeface="Arial"/>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150" b="0">
                <a:solidFill>
                  <a:srgbClr val="566682"/>
                </a:solidFill>
                <a:latin typeface="Arial"/>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4511E"/>
                </a:solidFill>
                <a:latin typeface="Arial"/>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150" b="0">
                <a:solidFill>
                  <a:srgbClr val="FFFFFF"/>
                </a:solidFill>
                <a:latin typeface="Arial"/>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400" b="1">
                <a:solidFill>
                  <a:srgbClr val="8F1D3A"/>
                </a:solidFill>
                <a:latin typeface="Arial"/>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150" b="0">
                <a:solidFill>
                  <a:srgbClr val="566682"/>
                </a:solidFill>
                <a:latin typeface="Arial"/>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600" b="0">
                <a:solidFill>
                  <a:srgbClr val="566682"/>
                </a:solidFill>
                <a:latin typeface="Arial"/>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600" b="1">
                <a:solidFill>
                  <a:srgbClr val="8F1D3A"/>
                </a:solidFill>
                <a:latin typeface="Arial"/>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thesis contribution combines the selector design, the feature representation, and the runtime evaluation.</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600" b="1">
                <a:solidFill>
                  <a:srgbClr val="8F1D3A"/>
                </a:solidFill>
                <a:latin typeface="Arial"/>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pPr algn="l"/>
            <a:r>
              <a:rPr sz="1600" b="1">
                <a:solidFill>
                  <a:srgbClr val="191919"/>
                </a:solidFill>
                <a:latin typeface="Arial"/>
              </a:rPr>
              <a:t>Measured problem formulation</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pPr algn="l"/>
            <a:r>
              <a:rPr sz="1250" b="0">
                <a:solidFill>
                  <a:srgbClr val="566682"/>
                </a:solidFill>
                <a:latin typeface="Arial"/>
              </a:rPr>
              <a:t>Per-instance sorting algorithm selection was formulated as a supervised machine-learning task on real numeric arrays.</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600" b="1">
                <a:solidFill>
                  <a:srgbClr val="8F1D3A"/>
                </a:solidFill>
                <a:latin typeface="Arial"/>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pPr algn="l"/>
            <a:r>
              <a:rPr sz="1600" b="1">
                <a:solidFill>
                  <a:srgbClr val="191919"/>
                </a:solidFill>
                <a:latin typeface="Arial"/>
              </a:rPr>
              <a:t>Structural feature representation</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pPr algn="l"/>
            <a:r>
              <a:rPr sz="1250" b="0">
                <a:solidFill>
                  <a:srgbClr val="566682"/>
                </a:solidFill>
                <a:latin typeface="Arial"/>
              </a:rPr>
              <a:t>A 16-feature O(n) representation was used to describe size, order, duplicate density, value distribution, and local disorder across five domains.</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600" b="1">
                <a:solidFill>
                  <a:srgbClr val="8F1D3A"/>
                </a:solidFill>
                <a:latin typeface="Arial"/>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pPr algn="l"/>
            <a:r>
              <a:rPr sz="1600" b="1">
                <a:solidFill>
                  <a:srgbClr val="191919"/>
                </a:solidFill>
                <a:latin typeface="Arial"/>
              </a:rPr>
              <a:t>Runtime-sensitive evaluation discipline</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pPr algn="l"/>
            <a:r>
              <a:rPr sz="1250" b="0">
                <a:solidFill>
                  <a:srgbClr val="566682"/>
                </a:solidFill>
                <a:latin typeface="Arial"/>
              </a:rPr>
              <a:t>The final evaluation combined accuracy with regret, SBS/VBS, gap closed, zero-regret rate, source-aware checks, and leave-one-domain-out testing.</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23/24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4511E"/>
                </a:solidFill>
                <a:latin typeface="Arial"/>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250" b="0">
                <a:solidFill>
                  <a:srgbClr val="FFFFFF"/>
                </a:solidFill>
                <a:latin typeface="Arial"/>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250" b="0">
                <a:solidFill>
                  <a:srgbClr val="FFFFFF"/>
                </a:solidFill>
                <a:latin typeface="Arial"/>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250" b="0">
                <a:solidFill>
                  <a:srgbClr val="FFFFFF"/>
                </a:solidFill>
                <a:latin typeface="Arial"/>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250" b="0">
                <a:solidFill>
                  <a:srgbClr val="FFFFFF"/>
                </a:solidFill>
                <a:latin typeface="Arial"/>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rial"/>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250" b="0">
                <a:solidFill>
                  <a:srgbClr val="566682"/>
                </a:solidFill>
                <a:latin typeface="Arial"/>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250" b="0">
                <a:solidFill>
                  <a:srgbClr val="566682"/>
                </a:solidFill>
                <a:latin typeface="Arial"/>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250" b="0">
                <a:solidFill>
                  <a:srgbClr val="566682"/>
                </a:solidFill>
                <a:latin typeface="Arial"/>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250" b="0">
                <a:solidFill>
                  <a:srgbClr val="566682"/>
                </a:solidFill>
                <a:latin typeface="Arial"/>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r>
              <a:t>The next step is broader validation under realistic deployment conditions.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