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cf217f11f4ba7" /><Relationship Type="http://schemas.openxmlformats.org/officeDocument/2006/relationships/extended-properties" Target="/docProps/app.xml" Id="Re07c6ffc195c448c" /><Relationship Type="http://schemas.openxmlformats.org/officeDocument/2006/relationships/officeDocument" Target="/ppt/presentation.xml" Id="R0ba796e93aa7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3b52103134326"/>
  </p:sldMasterIdLst>
  <p:notesMasterIdLst>
    <p:notesMasterId xmlns:r="http://schemas.openxmlformats.org/officeDocument/2006/relationships" r:id="R13547101abcc476e"/>
  </p:notesMasterIdLst>
  <p:sldIdLst>
    <p:sldId xmlns:r="http://schemas.openxmlformats.org/officeDocument/2006/relationships" id="256" r:id="R44ed739f6a9b47cf"/>
    <p:sldId xmlns:r="http://schemas.openxmlformats.org/officeDocument/2006/relationships" id="257" r:id="R97d4aa3301024f88"/>
    <p:sldId xmlns:r="http://schemas.openxmlformats.org/officeDocument/2006/relationships" id="258" r:id="Rb170f93ad39b442c"/>
    <p:sldId xmlns:r="http://schemas.openxmlformats.org/officeDocument/2006/relationships" id="259" r:id="R698c05071f134f32"/>
    <p:sldId xmlns:r="http://schemas.openxmlformats.org/officeDocument/2006/relationships" id="260" r:id="Rfc22ff5ce67f4cd3"/>
    <p:sldId xmlns:r="http://schemas.openxmlformats.org/officeDocument/2006/relationships" id="261" r:id="R1c10f50880a34db4"/>
    <p:sldId xmlns:r="http://schemas.openxmlformats.org/officeDocument/2006/relationships" id="262" r:id="R9b0c6d58bbfb4cdc"/>
    <p:sldId xmlns:r="http://schemas.openxmlformats.org/officeDocument/2006/relationships" id="263" r:id="R499b2034910b4ef6"/>
    <p:sldId xmlns:r="http://schemas.openxmlformats.org/officeDocument/2006/relationships" id="264" r:id="R529c195069bc4781"/>
    <p:sldId xmlns:r="http://schemas.openxmlformats.org/officeDocument/2006/relationships" id="265" r:id="Rdfa2f4f124374616"/>
    <p:sldId xmlns:r="http://schemas.openxmlformats.org/officeDocument/2006/relationships" id="266" r:id="Re2af66e8f2e6441b"/>
    <p:sldId xmlns:r="http://schemas.openxmlformats.org/officeDocument/2006/relationships" id="267" r:id="Rc8a6e6943f3146e9"/>
    <p:sldId xmlns:r="http://schemas.openxmlformats.org/officeDocument/2006/relationships" id="268" r:id="Rb8d664d9e60245f9"/>
    <p:sldId xmlns:r="http://schemas.openxmlformats.org/officeDocument/2006/relationships" id="269" r:id="R432ecc830aa64d38"/>
    <p:sldId xmlns:r="http://schemas.openxmlformats.org/officeDocument/2006/relationships" id="270" r:id="R008007cb7add491d"/>
    <p:sldId xmlns:r="http://schemas.openxmlformats.org/officeDocument/2006/relationships" id="271" r:id="R081733d48b724880"/>
    <p:sldId xmlns:r="http://schemas.openxmlformats.org/officeDocument/2006/relationships" id="272" r:id="R10866bf9cc944b58"/>
    <p:sldId xmlns:r="http://schemas.openxmlformats.org/officeDocument/2006/relationships" id="273" r:id="Rf4508c3c07c14663"/>
    <p:sldId xmlns:r="http://schemas.openxmlformats.org/officeDocument/2006/relationships" id="274" r:id="R4edf6bfc6cd84f85"/>
    <p:sldId xmlns:r="http://schemas.openxmlformats.org/officeDocument/2006/relationships" id="275" r:id="R9470dd1b407b42a9"/>
    <p:sldId xmlns:r="http://schemas.openxmlformats.org/officeDocument/2006/relationships" id="276" r:id="Rab0a3017fa6f4a3f"/>
    <p:sldId xmlns:r="http://schemas.openxmlformats.org/officeDocument/2006/relationships" id="277" r:id="R50cb9e9dbe9c4a3a"/>
    <p:sldId xmlns:r="http://schemas.openxmlformats.org/officeDocument/2006/relationships" id="278" r:id="R2ec291f5c775404c"/>
    <p:sldId xmlns:r="http://schemas.openxmlformats.org/officeDocument/2006/relationships" id="279" r:id="Rddf7563b44e241b2"/>
    <p:sldId xmlns:r="http://schemas.openxmlformats.org/officeDocument/2006/relationships" id="280" r:id="Rd87c1f515be94d2a"/>
    <p:sldId xmlns:r="http://schemas.openxmlformats.org/officeDocument/2006/relationships" id="281" r:id="R44a46d81d4eb4102"/>
    <p:sldId xmlns:r="http://schemas.openxmlformats.org/officeDocument/2006/relationships" id="282" r:id="Ra96ffaf0c63448a7"/>
    <p:sldId xmlns:r="http://schemas.openxmlformats.org/officeDocument/2006/relationships" id="283" r:id="R76c9faee75054efa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c39634aac4990" /><Relationship Type="http://schemas.openxmlformats.org/officeDocument/2006/relationships/slideMaster" Target="/ppt/slideMasters/slideMaster1.xml" Id="R4763b52103134326" /><Relationship Type="http://schemas.openxmlformats.org/officeDocument/2006/relationships/notesMaster" Target="/ppt/notesMasters/notesMaster1.xml" Id="R13547101abcc476e" /><Relationship Type="http://schemas.openxmlformats.org/officeDocument/2006/relationships/presProps" Target="/ppt/presProps.xml" Id="Rbcba0e8dc23f4b22" /><Relationship Type="http://schemas.openxmlformats.org/officeDocument/2006/relationships/tableStyles" Target="/ppt/tableStyles.xml" Id="R3ca872061e4c47c1" /><Relationship Type="http://schemas.openxmlformats.org/officeDocument/2006/relationships/slide" Target="/ppt/slides/slide1.xml" Id="R44ed739f6a9b47cf" /><Relationship Type="http://schemas.openxmlformats.org/officeDocument/2006/relationships/slide" Target="/ppt/slides/slide2.xml" Id="R97d4aa3301024f88" /><Relationship Type="http://schemas.openxmlformats.org/officeDocument/2006/relationships/slide" Target="/ppt/slides/slide3.xml" Id="Rb170f93ad39b442c" /><Relationship Type="http://schemas.openxmlformats.org/officeDocument/2006/relationships/slide" Target="/ppt/slides/slide4.xml" Id="R698c05071f134f32" /><Relationship Type="http://schemas.openxmlformats.org/officeDocument/2006/relationships/slide" Target="/ppt/slides/slide5.xml" Id="Rfc22ff5ce67f4cd3" /><Relationship Type="http://schemas.openxmlformats.org/officeDocument/2006/relationships/slide" Target="/ppt/slides/slide6.xml" Id="R1c10f50880a34db4" /><Relationship Type="http://schemas.openxmlformats.org/officeDocument/2006/relationships/slide" Target="/ppt/slides/slide7.xml" Id="R9b0c6d58bbfb4cdc" /><Relationship Type="http://schemas.openxmlformats.org/officeDocument/2006/relationships/slide" Target="/ppt/slides/slide8.xml" Id="R499b2034910b4ef6" /><Relationship Type="http://schemas.openxmlformats.org/officeDocument/2006/relationships/slide" Target="/ppt/slides/slide9.xml" Id="R529c195069bc4781" /><Relationship Type="http://schemas.openxmlformats.org/officeDocument/2006/relationships/slide" Target="/ppt/slides/slide10.xml" Id="Rdfa2f4f124374616" /><Relationship Type="http://schemas.openxmlformats.org/officeDocument/2006/relationships/slide" Target="/ppt/slides/slide11.xml" Id="Re2af66e8f2e6441b" /><Relationship Type="http://schemas.openxmlformats.org/officeDocument/2006/relationships/slide" Target="/ppt/slides/slide12.xml" Id="Rc8a6e6943f3146e9" /><Relationship Type="http://schemas.openxmlformats.org/officeDocument/2006/relationships/slide" Target="/ppt/slides/slide13.xml" Id="Rb8d664d9e60245f9" /><Relationship Type="http://schemas.openxmlformats.org/officeDocument/2006/relationships/slide" Target="/ppt/slides/slide14.xml" Id="R432ecc830aa64d38" /><Relationship Type="http://schemas.openxmlformats.org/officeDocument/2006/relationships/slide" Target="/ppt/slides/slide15.xml" Id="R008007cb7add491d" /><Relationship Type="http://schemas.openxmlformats.org/officeDocument/2006/relationships/slide" Target="/ppt/slides/slide16.xml" Id="R081733d48b724880" /><Relationship Type="http://schemas.openxmlformats.org/officeDocument/2006/relationships/slide" Target="/ppt/slides/slide17.xml" Id="R10866bf9cc944b58" /><Relationship Type="http://schemas.openxmlformats.org/officeDocument/2006/relationships/slide" Target="/ppt/slides/slide18.xml" Id="Rf4508c3c07c14663" /><Relationship Type="http://schemas.openxmlformats.org/officeDocument/2006/relationships/slide" Target="/ppt/slides/slide19.xml" Id="R4edf6bfc6cd84f85" /><Relationship Type="http://schemas.openxmlformats.org/officeDocument/2006/relationships/slide" Target="/ppt/slides/slide20.xml" Id="R9470dd1b407b42a9" /><Relationship Type="http://schemas.openxmlformats.org/officeDocument/2006/relationships/slide" Target="/ppt/slides/slide21.xml" Id="Rab0a3017fa6f4a3f" /><Relationship Type="http://schemas.openxmlformats.org/officeDocument/2006/relationships/slide" Target="/ppt/slides/slide22.xml" Id="R50cb9e9dbe9c4a3a" /><Relationship Type="http://schemas.openxmlformats.org/officeDocument/2006/relationships/slide" Target="/ppt/slides/slide23.xml" Id="R2ec291f5c775404c" /><Relationship Type="http://schemas.openxmlformats.org/officeDocument/2006/relationships/slide" Target="/ppt/slides/slide24.xml" Id="Rddf7563b44e241b2" /><Relationship Type="http://schemas.openxmlformats.org/officeDocument/2006/relationships/slide" Target="/ppt/slides/slide25.xml" Id="Rd87c1f515be94d2a" /><Relationship Type="http://schemas.openxmlformats.org/officeDocument/2006/relationships/slide" Target="/ppt/slides/slide26.xml" Id="R44a46d81d4eb4102" /><Relationship Type="http://schemas.openxmlformats.org/officeDocument/2006/relationships/slide" Target="/ppt/slides/slide27.xml" Id="Ra96ffaf0c63448a7" /><Relationship Type="http://schemas.openxmlformats.org/officeDocument/2006/relationships/slide" Target="/ppt/slides/slide28.xml" Id="R76c9faee7505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b8ea676871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82340aebe4f27" /><Relationship Type="http://schemas.openxmlformats.org/officeDocument/2006/relationships/notesMaster" Target="/ppt/notesMasters/notesMaster1.xml" Id="R6ed4bc03a18b4d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fc6831923f449f" /><Relationship Type="http://schemas.openxmlformats.org/officeDocument/2006/relationships/notesMaster" Target="/ppt/notesMasters/notesMaster1.xml" Id="R93d8064784974b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c6ad178d04633" /><Relationship Type="http://schemas.openxmlformats.org/officeDocument/2006/relationships/notesMaster" Target="/ppt/notesMasters/notesMaster1.xml" Id="R3ed64949ce994a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42b8a00f654b26" /><Relationship Type="http://schemas.openxmlformats.org/officeDocument/2006/relationships/notesMaster" Target="/ppt/notesMasters/notesMaster1.xml" Id="Rffaaaf0f51e5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3ec9b048747be" /><Relationship Type="http://schemas.openxmlformats.org/officeDocument/2006/relationships/notesMaster" Target="/ppt/notesMasters/notesMaster1.xml" Id="R6439ef10adf44b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ab9a0bc6784b52" /><Relationship Type="http://schemas.openxmlformats.org/officeDocument/2006/relationships/notesMaster" Target="/ppt/notesMasters/notesMaster1.xml" Id="Rf898fdfb6372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9cc70609bf447a" /><Relationship Type="http://schemas.openxmlformats.org/officeDocument/2006/relationships/notesMaster" Target="/ppt/notesMasters/notesMaster1.xml" Id="Rea336ddf16f546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aa8fc5515f4d2e" /><Relationship Type="http://schemas.openxmlformats.org/officeDocument/2006/relationships/notesMaster" Target="/ppt/notesMasters/notesMaster1.xml" Id="R381e28cbaf85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a34ea878684a09" /><Relationship Type="http://schemas.openxmlformats.org/officeDocument/2006/relationships/notesMaster" Target="/ppt/notesMasters/notesMaster1.xml" Id="Raa9da4de56024e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79831f75d483a" /><Relationship Type="http://schemas.openxmlformats.org/officeDocument/2006/relationships/notesMaster" Target="/ppt/notesMasters/notesMaster1.xml" Id="R7ba948c8048544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1b8d85c5ca4528" /><Relationship Type="http://schemas.openxmlformats.org/officeDocument/2006/relationships/notesMaster" Target="/ppt/notesMasters/notesMaster1.xml" Id="R07d6a9c96bf942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a2b547c2a841a4" /><Relationship Type="http://schemas.openxmlformats.org/officeDocument/2006/relationships/notesMaster" Target="/ppt/notesMasters/notesMaster1.xml" Id="R13fe145cfc1847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9cd16b1b9b4723" /><Relationship Type="http://schemas.openxmlformats.org/officeDocument/2006/relationships/notesMaster" Target="/ppt/notesMasters/notesMaster1.xml" Id="R7747106bc2cb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bfb0e2cc824b78" /><Relationship Type="http://schemas.openxmlformats.org/officeDocument/2006/relationships/notesMaster" Target="/ppt/notesMasters/notesMaster1.xml" Id="R94ce105e651d4c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237d07f13444b8" /><Relationship Type="http://schemas.openxmlformats.org/officeDocument/2006/relationships/notesMaster" Target="/ppt/notesMasters/notesMaster1.xml" Id="Ra721fedd492641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a3935fcf6d4b0b" /><Relationship Type="http://schemas.openxmlformats.org/officeDocument/2006/relationships/notesMaster" Target="/ppt/notesMasters/notesMaster1.xml" Id="R3dd7286096a748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e5c5c9412a4a13" /><Relationship Type="http://schemas.openxmlformats.org/officeDocument/2006/relationships/notesMaster" Target="/ppt/notesMasters/notesMaster1.xml" Id="Re7052e86e3c946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017cb8f88e43d8" /><Relationship Type="http://schemas.openxmlformats.org/officeDocument/2006/relationships/notesMaster" Target="/ppt/notesMasters/notesMaster1.xml" Id="R9ef4cd2646dc46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c722756b8a460d" /><Relationship Type="http://schemas.openxmlformats.org/officeDocument/2006/relationships/notesMaster" Target="/ppt/notesMasters/notesMaster1.xml" Id="Ref67f6f1f0ef44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48cf2a09d64731" /><Relationship Type="http://schemas.openxmlformats.org/officeDocument/2006/relationships/notesMaster" Target="/ppt/notesMasters/notesMaster1.xml" Id="R81611fe9b05e41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18d46bffb34ef4" /><Relationship Type="http://schemas.openxmlformats.org/officeDocument/2006/relationships/notesMaster" Target="/ppt/notesMasters/notesMaster1.xml" Id="Rb361f5187a7440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0e84f115d14a8b" /><Relationship Type="http://schemas.openxmlformats.org/officeDocument/2006/relationships/notesMaster" Target="/ppt/notesMasters/notesMaster1.xml" Id="R2bb5db3f16a44d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a9951b956a477f" /><Relationship Type="http://schemas.openxmlformats.org/officeDocument/2006/relationships/notesMaster" Target="/ppt/notesMasters/notesMaster1.xml" Id="Ra312c97042a842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a503370a9d4d69" /><Relationship Type="http://schemas.openxmlformats.org/officeDocument/2006/relationships/notesMaster" Target="/ppt/notesMasters/notesMaster1.xml" Id="R9fe44e5e8ec54c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1d6c696a034765" /><Relationship Type="http://schemas.openxmlformats.org/officeDocument/2006/relationships/notesMaster" Target="/ppt/notesMasters/notesMaster1.xml" Id="R771a5b8c6ab94b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6a7308ad7d4881" /><Relationship Type="http://schemas.openxmlformats.org/officeDocument/2006/relationships/notesMaster" Target="/ppt/notesMasters/notesMaster1.xml" Id="R6d204226559945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7ee1e86b0c489b" /><Relationship Type="http://schemas.openxmlformats.org/officeDocument/2006/relationships/notesMaster" Target="/ppt/notesMasters/notesMaster1.xml" Id="Rb1aec0ac88f24a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69e9f49b334227" /><Relationship Type="http://schemas.openxmlformats.org/officeDocument/2006/relationships/notesMaster" Target="/ppt/notesMasters/notesMaster1.xml" Id="R8134d16f5a36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514fb683b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f4c5ffaff4ee4" /><Relationship Type="http://schemas.openxmlformats.org/officeDocument/2006/relationships/slideLayout" Target="/ppt/slideLayouts/slideLayout1.xml" Id="R4b66853a368b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6853a368b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08de900d748e4" /><Relationship Type="http://schemas.openxmlformats.org/officeDocument/2006/relationships/image" Target="/ppt/media/image.png" Id="R97f347422e4e4b62" /><Relationship Type="http://schemas.openxmlformats.org/officeDocument/2006/relationships/notesSlide" Target="/ppt/notesSlides/notesSlide1.xml" Id="R0c6fda10c2c6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b0fc508bf4189" /><Relationship Type="http://schemas.openxmlformats.org/officeDocument/2006/relationships/notesSlide" Target="/ppt/notesSlides/notesSlide2.xml" Id="R36cab1547010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ac21955db45a8" /><Relationship Type="http://schemas.openxmlformats.org/officeDocument/2006/relationships/notesSlide" Target="/ppt/notesSlides/notesSlide3.xml" Id="R12726166121c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ca93d1def42d3" /><Relationship Type="http://schemas.openxmlformats.org/officeDocument/2006/relationships/notesSlide" Target="/ppt/notesSlides/notesSlide4.xml" Id="R8edd14b5852e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eedfaea54571" /><Relationship Type="http://schemas.openxmlformats.org/officeDocument/2006/relationships/notesSlide" Target="/ppt/notesSlides/notesSlide5.xml" Id="R1a9583642eb144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a5bfa6274f7d" /><Relationship Type="http://schemas.openxmlformats.org/officeDocument/2006/relationships/notesSlide" Target="/ppt/notesSlides/notesSlide6.xml" Id="Rb5fe078c2aa7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dd3ba39014233" /><Relationship Type="http://schemas.openxmlformats.org/officeDocument/2006/relationships/notesSlide" Target="/ppt/notesSlides/notesSlide7.xml" Id="Rcc08cab6bd28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22b1daa9245db" /><Relationship Type="http://schemas.openxmlformats.org/officeDocument/2006/relationships/notesSlide" Target="/ppt/notesSlides/notesSlide8.xml" Id="R9e4852871769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fb5a291fe434c" /><Relationship Type="http://schemas.openxmlformats.org/officeDocument/2006/relationships/notesSlide" Target="/ppt/notesSlides/notesSlide9.xml" Id="R464b8c3ca161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76980e9134d31" /><Relationship Type="http://schemas.openxmlformats.org/officeDocument/2006/relationships/notesSlide" Target="/ppt/notesSlides/notesSlide10.xml" Id="R4cbf6496a98149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474b7edd4506" /><Relationship Type="http://schemas.openxmlformats.org/officeDocument/2006/relationships/notesSlide" Target="/ppt/notesSlides/notesSlide11.xml" Id="Rd8cd9d3005eb4f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41e917d2f4358" /><Relationship Type="http://schemas.openxmlformats.org/officeDocument/2006/relationships/notesSlide" Target="/ppt/notesSlides/notesSlide12.xml" Id="Rfc8a3d1161d34e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584bd24ae42eb" /><Relationship Type="http://schemas.openxmlformats.org/officeDocument/2006/relationships/notesSlide" Target="/ppt/notesSlides/notesSlide13.xml" Id="R42149bd27c964d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759f877294d1a" /><Relationship Type="http://schemas.openxmlformats.org/officeDocument/2006/relationships/notesSlide" Target="/ppt/notesSlides/notesSlide14.xml" Id="Rea5e89371ca040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b685bad6741c4" /><Relationship Type="http://schemas.openxmlformats.org/officeDocument/2006/relationships/notesSlide" Target="/ppt/notesSlides/notesSlide15.xml" Id="R959a8f24418f48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ad90f8c3f422c" /><Relationship Type="http://schemas.openxmlformats.org/officeDocument/2006/relationships/notesSlide" Target="/ppt/notesSlides/notesSlide16.xml" Id="R8500b1006d424e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2f127ea734c08" /><Relationship Type="http://schemas.openxmlformats.org/officeDocument/2006/relationships/notesSlide" Target="/ppt/notesSlides/notesSlide17.xml" Id="Raa8a250f01fe43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50edfedb6480c" /><Relationship Type="http://schemas.openxmlformats.org/officeDocument/2006/relationships/notesSlide" Target="/ppt/notesSlides/notesSlide18.xml" Id="R4797d00b386045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bc323d2b44e8c" /><Relationship Type="http://schemas.openxmlformats.org/officeDocument/2006/relationships/notesSlide" Target="/ppt/notesSlides/notesSlide19.xml" Id="R548e839f950d41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0fb27886e43e6" /><Relationship Type="http://schemas.openxmlformats.org/officeDocument/2006/relationships/notesSlide" Target="/ppt/notesSlides/notesSlide20.xml" Id="Rbe9f918d9a7244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93113edff4269" /><Relationship Type="http://schemas.openxmlformats.org/officeDocument/2006/relationships/notesSlide" Target="/ppt/notesSlides/notesSlide21.xml" Id="R50c821c4744146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6e8d458b84b56" /><Relationship Type="http://schemas.openxmlformats.org/officeDocument/2006/relationships/notesSlide" Target="/ppt/notesSlides/notesSlide22.xml" Id="Rf32e9ff198c840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876836de4f22" /><Relationship Type="http://schemas.openxmlformats.org/officeDocument/2006/relationships/notesSlide" Target="/ppt/notesSlides/notesSlide23.xml" Id="R329517480be04b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57702e15f4a64" /><Relationship Type="http://schemas.openxmlformats.org/officeDocument/2006/relationships/notesSlide" Target="/ppt/notesSlides/notesSlide24.xml" Id="R47d6384f5bc446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cee6663be4e6a" /><Relationship Type="http://schemas.openxmlformats.org/officeDocument/2006/relationships/notesSlide" Target="/ppt/notesSlides/notesSlide25.xml" Id="R2ebf1d046fc44b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86bdbe94841b6" /><Relationship Type="http://schemas.openxmlformats.org/officeDocument/2006/relationships/notesSlide" Target="/ppt/notesSlides/notesSlide26.xml" Id="R2da1695be9d244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1c7a9cb424318" /><Relationship Type="http://schemas.openxmlformats.org/officeDocument/2006/relationships/notesSlide" Target="/ppt/notesSlides/notesSlide27.xml" Id="R55651ebe660b4f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7c18c7d2c411a" /><Relationship Type="http://schemas.openxmlformats.org/officeDocument/2006/relationships/notesSlide" Target="/ppt/notesSlides/notesSlide28.xml" Id="R97ad0b4eb5ef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9995AEF-9579-4E45-82D8-5AA8E713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D9CC46-6DFE-4A1D-BDC0-57992DB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F379541-856C-47DF-84DE-73F31F9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A70DD7-39DB-475B-88A7-E70A604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1/28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35CC076-8808-48C2-9AE4-BC9496D5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292399A9-5BAF-425B-9ED6-CEDE90D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F662FFF1-8A73-46BD-B2D2-C18EBA8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A2CC9C24-369A-4A56-B782-A4F8E1A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18096"/>
                </a:solidFill>
              </a:defRPr>
            </a:pPr>
            <a:r>
              <a:rPr sz="975">
                <a:solidFill>
                  <a:srgbClr val="718096"/>
                </a:solidFill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297F2538-C726-4CF8-926E-6D947299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C973ECF4-0EA4-4B28-BCE4-2DDEFB5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18096"/>
                </a:solidFill>
              </a:defRPr>
            </a:pPr>
            <a:r>
              <a:rPr sz="975">
                <a:solidFill>
                  <a:srgbClr val="718096"/>
                </a:solidFill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226E674B-1AA6-4475-8962-C619D05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347422e4e4b62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81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430F4F8-12F7-49D3-BB1E-DD10B93A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44D7C60-DC33-4D18-B4A8-835CC2FA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D47340D-0559-4476-8012-54C4F40C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2C02B0-D9A6-4B14-A4F3-CB99BE6A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842841-D2ED-4D2A-971A-8981AD4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5639BE7-E980-47E6-8EB5-24212D7B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2/28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198D3FA9-1E52-40F9-B949-7030C29A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10382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0560C1F4-BCD7-4EAA-B34A-32C0E68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B9152A"/>
                </a:solidFill>
              </a:rPr>
              <a:t>S : f(x) → A</a:t>
            </a:r>
            <a:r>
              <a:rPr>
                <a:solidFill>
                  <a:srgbClr val="5C6A7F"/>
                </a:solidFill>
              </a:rPr>
              <a:t>      reduce expected regret with respect to the oracle</a:t>
            </a:r>
          </a:p>
        </p:txBody>
      </p:sp>
      <p:sp>
        <p:nvSpPr>
          <p:cNvPr id="9" name="obj-0">
            <a:extLst xmlns:a="http://schemas.openxmlformats.org/drawingml/2006/main">
              <a:ext uri="{FF2B5EF4-FFF2-40B4-BE49-F238E27FC236}">
                <a16:creationId xmlns:a16="http://schemas.microsoft.com/office/drawing/2014/main" id="{D559472B-844C-4C2E-A11E-A8E984C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obj-0-title">
            <a:extLst xmlns:a="http://schemas.openxmlformats.org/drawingml/2006/main">
              <a:ext uri="{FF2B5EF4-FFF2-40B4-BE49-F238E27FC236}">
                <a16:creationId xmlns:a16="http://schemas.microsoft.com/office/drawing/2014/main" id="{6C970923-4B3E-477D-8134-65C7091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compact structural array features</a:t>
            </a:r>
          </a:p>
        </p:txBody>
      </p:sp>
      <p:sp>
        <p:nvSpPr>
          <p:cNvPr id="11" name="obj-0-body">
            <a:extLst xmlns:a="http://schemas.openxmlformats.org/drawingml/2006/main">
              <a:ext uri="{FF2B5EF4-FFF2-40B4-BE49-F238E27FC236}">
                <a16:creationId xmlns:a16="http://schemas.microsoft.com/office/drawing/2014/main" id="{105552B5-C571-4CBD-BCAC-FC27D22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informative for algorithm selection and inexpensive to extract</a:t>
            </a:r>
          </a:p>
        </p:txBody>
      </p:sp>
      <p:sp>
        <p:nvSpPr>
          <p:cNvPr id="12" name="obj-num-0">
            <a:extLst xmlns:a="http://schemas.openxmlformats.org/drawingml/2006/main">
              <a:ext uri="{FF2B5EF4-FFF2-40B4-BE49-F238E27FC236}">
                <a16:creationId xmlns:a16="http://schemas.microsoft.com/office/drawing/2014/main" id="{095DEBA4-0967-4583-8E5F-52E5A46D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3" name="obj-1">
            <a:extLst xmlns:a="http://schemas.openxmlformats.org/drawingml/2006/main">
              <a:ext uri="{FF2B5EF4-FFF2-40B4-BE49-F238E27FC236}">
                <a16:creationId xmlns:a16="http://schemas.microsoft.com/office/drawing/2014/main" id="{03D47A27-B979-498A-829C-6B6B562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obj-1-title">
            <a:extLst xmlns:a="http://schemas.openxmlformats.org/drawingml/2006/main">
              <a:ext uri="{FF2B5EF4-FFF2-40B4-BE49-F238E27FC236}">
                <a16:creationId xmlns:a16="http://schemas.microsoft.com/office/drawing/2014/main" id="{329790B6-AFFF-484C-8B15-6A9950A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offline XGBoost model</a:t>
            </a:r>
          </a:p>
        </p:txBody>
      </p:sp>
      <p:sp>
        <p:nvSpPr>
          <p:cNvPr id="15" name="obj-1-body">
            <a:extLst xmlns:a="http://schemas.openxmlformats.org/drawingml/2006/main">
              <a:ext uri="{FF2B5EF4-FFF2-40B4-BE49-F238E27FC236}">
                <a16:creationId xmlns:a16="http://schemas.microsoft.com/office/drawing/2014/main" id="{BAF81707-E9A8-4131-8E17-8C6C234B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train and evaluate per-instance algorithm selection</a:t>
            </a:r>
          </a:p>
        </p:txBody>
      </p:sp>
      <p:sp>
        <p:nvSpPr>
          <p:cNvPr id="16" name="obj-num-1">
            <a:extLst xmlns:a="http://schemas.openxmlformats.org/drawingml/2006/main">
              <a:ext uri="{FF2B5EF4-FFF2-40B4-BE49-F238E27FC236}">
                <a16:creationId xmlns:a16="http://schemas.microsoft.com/office/drawing/2014/main" id="{744B5D80-2048-41A5-A5D1-73ED031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7" name="obj-2">
            <a:extLst xmlns:a="http://schemas.openxmlformats.org/drawingml/2006/main">
              <a:ext uri="{FF2B5EF4-FFF2-40B4-BE49-F238E27FC236}">
                <a16:creationId xmlns:a16="http://schemas.microsoft.com/office/drawing/2014/main" id="{A04A5FAF-9936-48AC-AA08-052119D9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obj-2-title">
            <a:extLst xmlns:a="http://schemas.openxmlformats.org/drawingml/2006/main">
              <a:ext uri="{FF2B5EF4-FFF2-40B4-BE49-F238E27FC236}">
                <a16:creationId xmlns:a16="http://schemas.microsoft.com/office/drawing/2014/main" id="{D65017E4-681F-42D3-9A07-F7710BF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leakage-resistant evaluation</a:t>
            </a:r>
          </a:p>
        </p:txBody>
      </p:sp>
      <p:sp>
        <p:nvSpPr>
          <p:cNvPr id="19" name="obj-2-body">
            <a:extLst xmlns:a="http://schemas.openxmlformats.org/drawingml/2006/main">
              <a:ext uri="{FF2B5EF4-FFF2-40B4-BE49-F238E27FC236}">
                <a16:creationId xmlns:a16="http://schemas.microsoft.com/office/drawing/2014/main" id="{46A39BC7-646E-495D-BB12-DBE0815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quantify valid, selection-under-ignorance protocol</a:t>
            </a:r>
          </a:p>
        </p:txBody>
      </p:sp>
      <p:sp>
        <p:nvSpPr>
          <p:cNvPr id="20" name="obj-num-2">
            <a:extLst xmlns:a="http://schemas.openxmlformats.org/drawingml/2006/main">
              <a:ext uri="{FF2B5EF4-FFF2-40B4-BE49-F238E27FC236}">
                <a16:creationId xmlns:a16="http://schemas.microsoft.com/office/drawing/2014/main" id="{70522C0F-C57C-4393-B0A6-9F22052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21" name="obj-3">
            <a:extLst xmlns:a="http://schemas.openxmlformats.org/drawingml/2006/main">
              <a:ext uri="{FF2B5EF4-FFF2-40B4-BE49-F238E27FC236}">
                <a16:creationId xmlns:a16="http://schemas.microsoft.com/office/drawing/2014/main" id="{4F705871-9714-4719-B247-286A660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obj-3-title">
            <a:extLst xmlns:a="http://schemas.openxmlformats.org/drawingml/2006/main">
              <a:ext uri="{FF2B5EF4-FFF2-40B4-BE49-F238E27FC236}">
                <a16:creationId xmlns:a16="http://schemas.microsoft.com/office/drawing/2014/main" id="{85D23001-CEE3-4C33-9188-140B759B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reproducible Python library</a:t>
            </a:r>
          </a:p>
        </p:txBody>
      </p:sp>
      <p:sp>
        <p:nvSpPr>
          <p:cNvPr id="23" name="obj-3-body">
            <a:extLst xmlns:a="http://schemas.openxmlformats.org/drawingml/2006/main">
              <a:ext uri="{FF2B5EF4-FFF2-40B4-BE49-F238E27FC236}">
                <a16:creationId xmlns:a16="http://schemas.microsoft.com/office/drawing/2014/main" id="{942C48A5-58EC-4C03-9807-D2432CC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package the complete method for deployment and further research</a:t>
            </a:r>
          </a:p>
        </p:txBody>
      </p:sp>
      <p:sp>
        <p:nvSpPr>
          <p:cNvPr id="24" name="obj-num-3">
            <a:extLst xmlns:a="http://schemas.openxmlformats.org/drawingml/2006/main">
              <a:ext uri="{FF2B5EF4-FFF2-40B4-BE49-F238E27FC236}">
                <a16:creationId xmlns:a16="http://schemas.microsoft.com/office/drawing/2014/main" id="{AE1C1837-9765-489E-A7B3-D295217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8877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DF90CAC-D20F-406B-9896-130F8FB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D60E6E8-2E88-46A4-9435-2C0D1A3C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505F8A5-C5D2-44E8-8395-0E1C0814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EE2444-3005-43E1-A874-F03ABB1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BF4EE3-24BB-4091-A093-B9D41E2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2C54A0B-E331-4589-B548-14CFBB2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3/28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D7B7D3AD-5665-4417-8DC5-8B2B04E6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96F79E29-6B10-4CD6-B598-0881B5E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F9B1C65D-E4A7-482A-8475-3FE8504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CD6520F3-6C8D-4AC0-8564-B6C99C3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9521F4FA-62A2-4279-8878-62EDB5B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4CD6CB0D-C833-403A-BE27-CA5B4F5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2D785BC8-CD4C-4CDB-9C45-60172BA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5375BCD2-FEBE-4C3E-A26F-FD34EF28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441099FE-AA6C-49E4-A17B-28D4892F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1717"/>
                </a:solidFill>
              </a:defRPr>
            </a:pPr>
            <a:r>
              <a:rPr sz="1425">
                <a:solidFill>
                  <a:srgbClr val="171717"/>
                </a:solidFill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1674028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9CA0BDF-AAD7-498F-9333-7CB1F25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7F1A3EE-B4EA-4C77-BD32-65074A4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6EAD831-3EC4-40EA-9213-0A094EF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69B113-A3EC-41C8-84D7-BE865222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27B2B4-8562-4960-9369-73112BC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6069FD7-E5BD-44C8-AEE2-4E25F46F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4/28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DA01AEDB-4FA9-4125-A14F-1A819049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CA170F6-4D9A-4273-AB11-94F6C1AD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DF6879A4-0BD3-458C-93A9-7904DDA2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one numeric array</a:t>
            </a:r>
          </a:p>
        </p:txBody>
      </p:sp>
      <p:sp>
        <p:nvSpPr>
          <p:cNvPr id="10" name="array-ex">
            <a:extLst xmlns:a="http://schemas.openxmlformats.org/drawingml/2006/main">
              <a:ext uri="{FF2B5EF4-FFF2-40B4-BE49-F238E27FC236}">
                <a16:creationId xmlns:a16="http://schemas.microsoft.com/office/drawing/2014/main" id="{FF0A610F-81F6-4556-980C-1B08327F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[4, 5, 5, 6, 17, 18,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19, 2, 2, 3, 31, 45]</a:t>
            </a:r>
          </a:p>
        </p:txBody>
      </p:sp>
      <p:sp>
        <p:nvSpPr>
          <p:cNvPr id="11" name="mini-bar-135-294-0">
            <a:extLst xmlns:a="http://schemas.openxmlformats.org/drawingml/2006/main">
              <a:ext uri="{FF2B5EF4-FFF2-40B4-BE49-F238E27FC236}">
                <a16:creationId xmlns:a16="http://schemas.microsoft.com/office/drawing/2014/main" id="{B3C5CE70-5FEC-4202-BB5D-7B42257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3290"/>
            <a:ext cx="152400" cy="156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bar-135-294-1">
            <a:extLst xmlns:a="http://schemas.openxmlformats.org/drawingml/2006/main">
              <a:ext uri="{FF2B5EF4-FFF2-40B4-BE49-F238E27FC236}">
                <a16:creationId xmlns:a16="http://schemas.microsoft.com/office/drawing/2014/main" id="{2C5CBEA2-2195-4F5D-B43B-6DE8ACF5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4593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ni-bar-135-294-2">
            <a:extLst xmlns:a="http://schemas.openxmlformats.org/drawingml/2006/main">
              <a:ext uri="{FF2B5EF4-FFF2-40B4-BE49-F238E27FC236}">
                <a16:creationId xmlns:a16="http://schemas.microsoft.com/office/drawing/2014/main" id="{60BB40C9-F1C0-4253-B6CA-C551F898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1220"/>
            <a:ext cx="152400" cy="20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ni-bar-135-294-3">
            <a:extLst xmlns:a="http://schemas.openxmlformats.org/drawingml/2006/main">
              <a:ext uri="{FF2B5EF4-FFF2-40B4-BE49-F238E27FC236}">
                <a16:creationId xmlns:a16="http://schemas.microsoft.com/office/drawing/2014/main" id="{7164ABC1-51FE-4396-9A32-384D10F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94660"/>
            <a:ext cx="152400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ni-bar-135-294-4">
            <a:extLst xmlns:a="http://schemas.openxmlformats.org/drawingml/2006/main">
              <a:ext uri="{FF2B5EF4-FFF2-40B4-BE49-F238E27FC236}">
                <a16:creationId xmlns:a16="http://schemas.microsoft.com/office/drawing/2014/main" id="{B52D252A-987D-4258-B5A9-8B35D37C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25233"/>
            <a:ext cx="152400" cy="694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ni-bar-135-294-5">
            <a:extLst xmlns:a="http://schemas.openxmlformats.org/drawingml/2006/main">
              <a:ext uri="{FF2B5EF4-FFF2-40B4-BE49-F238E27FC236}">
                <a16:creationId xmlns:a16="http://schemas.microsoft.com/office/drawing/2014/main" id="{5FD26E9A-9E6D-48F1-96B0-B6EC450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0520"/>
            <a:ext cx="152400" cy="728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135-294-6">
            <a:extLst xmlns:a="http://schemas.openxmlformats.org/drawingml/2006/main">
              <a:ext uri="{FF2B5EF4-FFF2-40B4-BE49-F238E27FC236}">
                <a16:creationId xmlns:a16="http://schemas.microsoft.com/office/drawing/2014/main" id="{9E818B48-721C-4945-818D-A4BB15ED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98003"/>
            <a:ext cx="152400" cy="121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axis-135-294">
            <a:extLst xmlns:a="http://schemas.openxmlformats.org/drawingml/2006/main">
              <a:ext uri="{FF2B5EF4-FFF2-40B4-BE49-F238E27FC236}">
                <a16:creationId xmlns:a16="http://schemas.microsoft.com/office/drawing/2014/main" id="{EFFCD38B-28E9-4B9A-BC86-DB609AE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195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struct">
            <a:extLst xmlns:a="http://schemas.openxmlformats.org/drawingml/2006/main">
              <a:ext uri="{FF2B5EF4-FFF2-40B4-BE49-F238E27FC236}">
                <a16:creationId xmlns:a16="http://schemas.microsoft.com/office/drawing/2014/main" id="{2070F84F-02CB-4A55-8B12-351CE245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instance-dependent structure</a:t>
            </a:r>
          </a:p>
        </p:txBody>
      </p:sp>
      <p:sp>
        <p:nvSpPr>
          <p:cNvPr id="20" name="features">
            <a:extLst xmlns:a="http://schemas.openxmlformats.org/drawingml/2006/main">
              <a:ext uri="{FF2B5EF4-FFF2-40B4-BE49-F238E27FC236}">
                <a16:creationId xmlns:a16="http://schemas.microsoft.com/office/drawing/2014/main" id="{6934B304-DA4B-4598-B19C-188FA7AE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64F67710-806A-465B-9D28-E3BCCBEF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Feature space F</a:t>
            </a:r>
          </a:p>
        </p:txBody>
      </p:sp>
      <p:sp>
        <p:nvSpPr>
          <p:cNvPr id="2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7201F7D3-EB33-414B-A774-C0A0E109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structural array features</a:t>
            </a:r>
          </a:p>
        </p:txBody>
      </p:sp>
      <p:sp>
        <p:nvSpPr>
          <p:cNvPr id="23" name="feat-row-0">
            <a:extLst xmlns:a="http://schemas.openxmlformats.org/drawingml/2006/main">
              <a:ext uri="{FF2B5EF4-FFF2-40B4-BE49-F238E27FC236}">
                <a16:creationId xmlns:a16="http://schemas.microsoft.com/office/drawing/2014/main" id="{1F25BBB7-06E3-494F-85D2-E8A127BA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feat-text-0">
            <a:extLst xmlns:a="http://schemas.openxmlformats.org/drawingml/2006/main">
              <a:ext uri="{FF2B5EF4-FFF2-40B4-BE49-F238E27FC236}">
                <a16:creationId xmlns:a16="http://schemas.microsoft.com/office/drawing/2014/main" id="{F1DCB02A-3718-42DF-9133-F02A1736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526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25" name="feat-row-1">
            <a:extLst xmlns:a="http://schemas.openxmlformats.org/drawingml/2006/main">
              <a:ext uri="{FF2B5EF4-FFF2-40B4-BE49-F238E27FC236}">
                <a16:creationId xmlns:a16="http://schemas.microsoft.com/office/drawing/2014/main" id="{20FE3484-B5A6-40BD-A47A-D4444AF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6" name="feat-text-1">
            <a:extLst xmlns:a="http://schemas.openxmlformats.org/drawingml/2006/main">
              <a:ext uri="{FF2B5EF4-FFF2-40B4-BE49-F238E27FC236}">
                <a16:creationId xmlns:a16="http://schemas.microsoft.com/office/drawing/2014/main" id="{5EEDD456-867A-41C3-A3F3-D037CCA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955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sortedness / disorder</a:t>
            </a:r>
          </a:p>
        </p:txBody>
      </p:sp>
      <p:sp>
        <p:nvSpPr>
          <p:cNvPr id="27" name="feat-row-2">
            <a:extLst xmlns:a="http://schemas.openxmlformats.org/drawingml/2006/main">
              <a:ext uri="{FF2B5EF4-FFF2-40B4-BE49-F238E27FC236}">
                <a16:creationId xmlns:a16="http://schemas.microsoft.com/office/drawing/2014/main" id="{9A0F0239-0776-4BC0-AA42-FD567CED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90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feat-text-2">
            <a:extLst xmlns:a="http://schemas.openxmlformats.org/drawingml/2006/main">
              <a:ext uri="{FF2B5EF4-FFF2-40B4-BE49-F238E27FC236}">
                <a16:creationId xmlns:a16="http://schemas.microsoft.com/office/drawing/2014/main" id="{59D94BF9-74CF-4738-B728-A654F81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384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runs</a:t>
            </a:r>
          </a:p>
        </p:txBody>
      </p:sp>
      <p:sp>
        <p:nvSpPr>
          <p:cNvPr id="29" name="feat-row-3">
            <a:extLst xmlns:a="http://schemas.openxmlformats.org/drawingml/2006/main">
              <a:ext uri="{FF2B5EF4-FFF2-40B4-BE49-F238E27FC236}">
                <a16:creationId xmlns:a16="http://schemas.microsoft.com/office/drawing/2014/main" id="{9D1703F6-D42E-47AA-9514-6555A4D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0" name="feat-text-3">
            <a:extLst xmlns:a="http://schemas.openxmlformats.org/drawingml/2006/main">
              <a:ext uri="{FF2B5EF4-FFF2-40B4-BE49-F238E27FC236}">
                <a16:creationId xmlns:a16="http://schemas.microsoft.com/office/drawing/2014/main" id="{4CE3BB28-AABF-429F-A07A-358D0BE9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duplicates / entropy</a:t>
            </a:r>
          </a:p>
        </p:txBody>
      </p:sp>
      <p:sp>
        <p:nvSpPr>
          <p:cNvPr id="31" name="feature-space">
            <a:extLst xmlns:a="http://schemas.openxmlformats.org/drawingml/2006/main">
              <a:ext uri="{FF2B5EF4-FFF2-40B4-BE49-F238E27FC236}">
                <a16:creationId xmlns:a16="http://schemas.microsoft.com/office/drawing/2014/main" id="{2368318F-C414-4E76-8041-CBD1D98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4511E"/>
                </a:solidFill>
              </a:defRPr>
            </a:pPr>
            <a:r>
              <a:rPr sz="1050">
                <a:solidFill>
                  <a:srgbClr val="F4511E"/>
                </a:solidFill>
              </a:rPr>
              <a:t>x ∈ R^16</a:t>
            </a:r>
          </a:p>
        </p:txBody>
      </p:sp>
      <p:sp>
        <p:nvSpPr>
          <p:cNvPr id="32" name="selector">
            <a:extLst xmlns:a="http://schemas.openxmlformats.org/drawingml/2006/main">
              <a:ext uri="{FF2B5EF4-FFF2-40B4-BE49-F238E27FC236}">
                <a16:creationId xmlns:a16="http://schemas.microsoft.com/office/drawing/2014/main" id="{4F7982F7-EF05-45AD-83B1-3B52F70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000250" cy="2305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CE47093E-EC77-4016-83CE-359761E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34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814CCBD4-9542-4D2D-A08A-F3A613A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S : F → A</a:t>
            </a:r>
          </a:p>
        </p:txBody>
      </p:sp>
      <p:sp>
        <p:nvSpPr>
          <p:cNvPr id="35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F267AC70-9BA1-40CC-BD6F-8D9FBC74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CD44AA29-1BCD-48A4-BA35-AA863F5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XGBoost classifier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predicts fastest class</a:t>
            </a:r>
          </a:p>
        </p:txBody>
      </p:sp>
      <p:sp>
        <p:nvSpPr>
          <p:cNvPr id="37" name="algos">
            <a:extLst xmlns:a="http://schemas.openxmlformats.org/drawingml/2006/main">
              <a:ext uri="{FF2B5EF4-FFF2-40B4-BE49-F238E27FC236}">
                <a16:creationId xmlns:a16="http://schemas.microsoft.com/office/drawing/2014/main" id="{64B4670E-BA3A-4B3E-8083-EFBEC97E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algos-title">
            <a:extLst xmlns:a="http://schemas.openxmlformats.org/drawingml/2006/main">
              <a:ext uri="{FF2B5EF4-FFF2-40B4-BE49-F238E27FC236}">
                <a16:creationId xmlns:a16="http://schemas.microsoft.com/office/drawing/2014/main" id="{0413072D-473B-49A1-B559-E5854FC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Algorithm space A</a:t>
            </a:r>
          </a:p>
        </p:txBody>
      </p:sp>
      <p:sp>
        <p:nvSpPr>
          <p:cNvPr id="39" name="algos-body">
            <a:extLst xmlns:a="http://schemas.openxmlformats.org/drawingml/2006/main">
              <a:ext uri="{FF2B5EF4-FFF2-40B4-BE49-F238E27FC236}">
                <a16:creationId xmlns:a16="http://schemas.microsoft.com/office/drawing/2014/main" id="{2A892C74-2693-4931-8A30-AF3DADD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algorithm portfolio</a:t>
            </a:r>
          </a:p>
        </p:txBody>
      </p:sp>
      <p:sp>
        <p:nvSpPr>
          <p:cNvPr id="40" name="algo-pill-0">
            <a:extLst xmlns:a="http://schemas.openxmlformats.org/drawingml/2006/main">
              <a:ext uri="{FF2B5EF4-FFF2-40B4-BE49-F238E27FC236}">
                <a16:creationId xmlns:a16="http://schemas.microsoft.com/office/drawing/2014/main" id="{480250FA-5059-4D60-B8D3-984F9263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1" name="algo-t-0">
            <a:extLst xmlns:a="http://schemas.openxmlformats.org/drawingml/2006/main">
              <a:ext uri="{FF2B5EF4-FFF2-40B4-BE49-F238E27FC236}">
                <a16:creationId xmlns:a16="http://schemas.microsoft.com/office/drawing/2014/main" id="{60CAE485-9442-4AB5-9199-97746E84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42" name="algo-pill-1">
            <a:extLst xmlns:a="http://schemas.openxmlformats.org/drawingml/2006/main">
              <a:ext uri="{FF2B5EF4-FFF2-40B4-BE49-F238E27FC236}">
                <a16:creationId xmlns:a16="http://schemas.microsoft.com/office/drawing/2014/main" id="{4C0C61B0-902A-48B0-98CB-B3C39D7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3" name="algo-t-1">
            <a:extLst xmlns:a="http://schemas.openxmlformats.org/drawingml/2006/main">
              <a:ext uri="{FF2B5EF4-FFF2-40B4-BE49-F238E27FC236}">
                <a16:creationId xmlns:a16="http://schemas.microsoft.com/office/drawing/2014/main" id="{F1A545C2-E57E-4204-9B2B-B54E9F0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71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44" name="algo-pill-2">
            <a:extLst xmlns:a="http://schemas.openxmlformats.org/drawingml/2006/main">
              <a:ext uri="{FF2B5EF4-FFF2-40B4-BE49-F238E27FC236}">
                <a16:creationId xmlns:a16="http://schemas.microsoft.com/office/drawing/2014/main" id="{07679D49-924C-4601-B007-B98CCEF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480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lgo-t-2">
            <a:extLst xmlns:a="http://schemas.openxmlformats.org/drawingml/2006/main">
              <a:ext uri="{FF2B5EF4-FFF2-40B4-BE49-F238E27FC236}">
                <a16:creationId xmlns:a16="http://schemas.microsoft.com/office/drawing/2014/main" id="{0E6780EA-44BB-4D89-A9F7-B056A8DB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Timsort</a:t>
            </a:r>
          </a:p>
        </p:txBody>
      </p:sp>
      <p:sp>
        <p:nvSpPr>
          <p:cNvPr id="46" name="p-f-from">
            <a:extLst xmlns:a="http://schemas.openxmlformats.org/drawingml/2006/main">
              <a:ext uri="{FF2B5EF4-FFF2-40B4-BE49-F238E27FC236}">
                <a16:creationId xmlns:a16="http://schemas.microsoft.com/office/drawing/2014/main" id="{3B76F9FF-F637-451F-B6A3-B18BD0D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-f-to">
            <a:extLst xmlns:a="http://schemas.openxmlformats.org/drawingml/2006/main">
              <a:ext uri="{FF2B5EF4-FFF2-40B4-BE49-F238E27FC236}">
                <a16:creationId xmlns:a16="http://schemas.microsoft.com/office/drawing/2014/main" id="{8C283F7D-AFF6-4B35-BAA6-E5BE8BB6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p-f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35280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49" name="f-s-from">
            <a:extLst xmlns:a="http://schemas.openxmlformats.org/drawingml/2006/main">
              <a:ext uri="{FF2B5EF4-FFF2-40B4-BE49-F238E27FC236}">
                <a16:creationId xmlns:a16="http://schemas.microsoft.com/office/drawing/2014/main" id="{8B2C4328-3400-48DF-B819-54F3878B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-s-to">
            <a:extLst xmlns:a="http://schemas.openxmlformats.org/drawingml/2006/main">
              <a:ext uri="{FF2B5EF4-FFF2-40B4-BE49-F238E27FC236}">
                <a16:creationId xmlns:a16="http://schemas.microsoft.com/office/drawing/2014/main" id="{44172B5D-9245-4CB9-BD67-85988E31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f-s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6353175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2" name="s-a-from">
            <a:extLst xmlns:a="http://schemas.openxmlformats.org/drawingml/2006/main">
              <a:ext uri="{FF2B5EF4-FFF2-40B4-BE49-F238E27FC236}">
                <a16:creationId xmlns:a16="http://schemas.microsoft.com/office/drawing/2014/main" id="{C3826C65-7F7B-473A-B5EA-B896DCCC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-a-to">
            <a:extLst xmlns:a="http://schemas.openxmlformats.org/drawingml/2006/main">
              <a:ext uri="{FF2B5EF4-FFF2-40B4-BE49-F238E27FC236}">
                <a16:creationId xmlns:a16="http://schemas.microsoft.com/office/drawing/2014/main" id="{04D4BAE5-2289-4BF5-BA67-2756D80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s-a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9067800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5" name="perf">
            <a:extLst xmlns:a="http://schemas.openxmlformats.org/drawingml/2006/main">
              <a:ext uri="{FF2B5EF4-FFF2-40B4-BE49-F238E27FC236}">
                <a16:creationId xmlns:a16="http://schemas.microsoft.com/office/drawing/2014/main" id="{24F2807C-B584-467E-80FE-3D81796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6" name="perf-title">
            <a:extLst xmlns:a="http://schemas.openxmlformats.org/drawingml/2006/main">
              <a:ext uri="{FF2B5EF4-FFF2-40B4-BE49-F238E27FC236}">
                <a16:creationId xmlns:a16="http://schemas.microsoft.com/office/drawing/2014/main" id="{96EB148E-302B-4147-B311-9303EA06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76850"/>
            <a:ext cx="1022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Performance space Y</a:t>
            </a:r>
          </a:p>
        </p:txBody>
      </p:sp>
      <p:sp>
        <p:nvSpPr>
          <p:cNvPr id="57" name="perf-body">
            <a:extLst xmlns:a="http://schemas.openxmlformats.org/drawingml/2006/main">
              <a:ext uri="{FF2B5EF4-FFF2-40B4-BE49-F238E27FC236}">
                <a16:creationId xmlns:a16="http://schemas.microsoft.com/office/drawing/2014/main" id="{AFDB3190-688F-41D9-BA51-C1CD2BF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022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label(x) = argmin_a T(a, x)     example: Timsort 13.2 µs, Introsort 18.7 µs, Heapsort 24.5 µs</a:t>
            </a:r>
          </a:p>
        </p:txBody>
      </p:sp>
      <p:sp>
        <p:nvSpPr>
          <p:cNvPr id="58" name="a-y-from">
            <a:extLst xmlns:a="http://schemas.openxmlformats.org/drawingml/2006/main">
              <a:ext uri="{FF2B5EF4-FFF2-40B4-BE49-F238E27FC236}">
                <a16:creationId xmlns:a16="http://schemas.microsoft.com/office/drawing/2014/main" id="{0F4EE620-4AAB-42DF-9AC1-3CD69E9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-y-to">
            <a:extLst xmlns:a="http://schemas.openxmlformats.org/drawingml/2006/main">
              <a:ext uri="{FF2B5EF4-FFF2-40B4-BE49-F238E27FC236}">
                <a16:creationId xmlns:a16="http://schemas.microsoft.com/office/drawing/2014/main" id="{3C03EA89-BA3E-4EEF-93D8-4CC7CB6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0" name="a-y"/>
          <p:cNvCxnSpPr>
            <a:stCxn xmlns:a="http://schemas.openxmlformats.org/drawingml/2006/main" id="58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0510838" y="4462463"/>
            <a:ext cx="657225" cy="704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48736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BFE5CC4-F90A-4B11-BBCE-0E2B272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9D1636E-AC52-4E7F-87F1-458742FB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038AE57-17FF-4D6F-8782-B166DCB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151C59-1694-45A7-8979-C89DD02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74ED63-1665-43D0-BC03-639353B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2C30A61-8DD2-4363-9E74-0F1864F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8D3A26B2-0776-43B3-A17E-CA520572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C42CB300-6A83-427B-AE78-4FBE730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D975C6C1-0CF4-44D8-880E-66086E1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95442159-45ED-45D3-86C6-7E33B201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9FA3FCA3-A6E2-4C9D-A11B-8F4D403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341FCB78-7014-4909-9AF3-F3CB044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A047FA48-2B7D-4CF0-B705-CE8169D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CD95966-C340-4259-B724-B5C8753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4A36784E-D206-44C0-80F7-2B4EC86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63B17A57-7F4C-4325-AB94-0508783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EBD5A150-2D75-46C6-B037-980A68C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6AC6CF6A-CE50-4037-B3A8-0DA07AF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E82AC316-CB3B-40FA-9DB5-BB07C8B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75072950-0A7E-47B0-8A4F-A4A70711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99F1D251-E069-4972-80B9-E1051B0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DACE793F-CD44-4D97-BE71-1CFD8B87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329BE0A4-0C00-4CE0-B32F-E0CADA9A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9415D0CF-E514-4F49-B9EA-5640741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3CD593FA-91F9-4E5A-936E-6C89A3F6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A83EE68C-BBBF-4F6F-93A8-907A6B79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B80B6CAC-079D-4700-816F-802F936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3F4177DD-AA53-4228-AD34-1481F71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B80B61C4-7DD4-48D8-9E89-F97CCDC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927FDAB0-3E5A-435B-BBB1-D79EA093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330757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5348554C-1E67-4341-B31C-E6E2511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C582FBF-F338-407F-906E-51336C2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16BBFD7-3686-4A5B-BC0B-9096B4C2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9271E7-3B97-474E-850C-EBB1ECA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22A4E1-5403-443E-9E31-EF6EB8D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035426C-E7E7-4F79-A6AC-F6C071C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6/28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7D37F0BE-B2F3-40D5-B3E1-B7BD35A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55249DBD-5170-4EB9-9FC2-14D0A3E0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F192C626-AF67-474D-A52C-E4E9287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26466FF0-E656-46CA-9167-7C8C47E8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31C226FB-67D5-457B-B713-487B7AF9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B9DA3FAA-FDB8-4C44-B3F7-49ED9357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CACD1A13-E53F-4A1E-AAA3-9E415149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0D1EF9A3-94D9-4CFA-B5CB-9E060609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9C923CE5-762B-4456-8C94-3F2830D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BE8C8009-999F-4B69-8DF8-9FC77313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B0EA5E71-D717-4550-B892-37F683AC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A357080B-36C0-44D9-8E72-8E800526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79083360-E22D-4170-848E-587C9F2F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1880848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BAEA73F-8A0F-4093-9F6F-6980831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A22C586-B189-44D0-9E44-A4DE7A1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F22C38C-427F-48BB-AB16-32F827D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9C2AEB-7700-404D-A3D1-1DF9BAE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8BA98D-39A8-478C-9BB1-487EC0D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284B00C-5809-411B-805C-8BAACD6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DE8C0B6-ED19-436C-BBAF-5EE4FBA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1143000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82971A35-D785-4D8A-B6A0-D2D5E56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8BCB02FA-C46F-44DF-8C9A-B5FCD3B2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CD6E407F-451B-4D43-9E8B-D7AF7BDF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1306"/>
            <a:ext cx="419100" cy="2083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164D26BA-7EF2-4D10-A844-7463E94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08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4491323E-700B-454B-82BB-7FC0CB1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9394"/>
            <a:ext cx="419100" cy="214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5A8D1C07-C0B4-459F-9DAC-E256306C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88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D425FA5F-1A59-484C-9476-86C1CF4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B1D70A0C-7C8C-4344-ABB0-336454E5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59894"/>
            <a:ext cx="419100" cy="1955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5D753339-5470-49C3-9545-BD5CE7A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27693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DE52AF21-83E1-4FC9-BDEC-5C11D1F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45" y="2652713"/>
            <a:ext cx="419100" cy="2262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2415DE16-CF7F-4893-B709-B790C7C9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145" y="246221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E9C90B6A-7BA0-4638-A27E-47E5C60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3E952EA4-8501-475E-B5C0-2D5E21F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00350"/>
            <a:ext cx="419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E193BEB3-DC5E-4694-B61F-4C581F3B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260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243497A4-3D53-438F-9823-43D55D7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117056"/>
            <a:ext cx="419100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3C429887-AF33-4656-A55C-22F866C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92655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15309EC8-B9E7-4EF3-A1A7-6CEAA42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E96B5B55-B7A8-4488-BCF7-1DD98115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2819400"/>
            <a:ext cx="419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6F503834-BED4-487F-AEB6-CBD367D3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6289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F8D8EBBB-DD81-498B-B8A3-D2952A5A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755106"/>
            <a:ext cx="419100" cy="2159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01188C26-FA2F-4AAF-8EC7-D9BE9925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285" y="25646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15BDFFA5-56B3-4D02-86A5-3E86DB49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FC7EE2D8-634A-4B75-A063-7CD6C58B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3471863"/>
            <a:ext cx="4191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F3A2D8CD-97E0-4FBC-A332-3A75216A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28136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B4B3F493-6E45-4724-9F94-FB94CBCF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2778919"/>
            <a:ext cx="419100" cy="2135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D92F3A27-DAA5-482F-930F-14CCD3CE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55" y="2588419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B6BB2889-3793-4831-8773-7AE3777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3555D563-6F7A-4D0D-A8D0-6DFFF708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66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9BD5"/>
                </a:solidFill>
              </a:defRPr>
            </a:pPr>
            <a:r>
              <a:rPr sz="975">
                <a:solidFill>
                  <a:srgbClr val="5B9BD5"/>
                </a:solidFill>
              </a:rPr>
              <a:t>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26029D5F-6F05-4BDB-BB52-CE26AEEA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14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4511E"/>
                </a:solidFill>
              </a:defRPr>
            </a:pPr>
            <a:r>
              <a:rPr sz="975">
                <a:solidFill>
                  <a:srgbClr val="F4511E"/>
                </a:solidFill>
              </a:rPr>
              <a:t>gap closed</a:t>
            </a:r>
          </a:p>
        </p:txBody>
      </p:sp>
    </p:spTree>
    <p:extLst>
      <p:ext uri="{BB962C8B-B14F-4D97-AF65-F5344CB8AC3E}">
        <p14:creationId xmlns:p14="http://schemas.microsoft.com/office/powerpoint/2010/main" val="1724196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4E4A508-782E-478B-9339-AEC40744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6D98E5C-3482-43DE-BF13-C812CDD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4A283E9-C9C4-4ACE-8AEC-823DD78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2E4B59-0B81-48C8-B1F5-43E2AB7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142416-1933-4E26-9E20-A0B67092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1671049-7D08-4964-B4B4-46CB8E5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8/28</a:t>
            </a:r>
          </a:p>
        </p:txBody>
      </p:sp>
      <p:sp>
        <p:nvSpPr>
          <p:cNvPr id="7" name="sample-n-0">
            <a:extLst xmlns:a="http://schemas.openxmlformats.org/drawingml/2006/main">
              <a:ext uri="{FF2B5EF4-FFF2-40B4-BE49-F238E27FC236}">
                <a16:creationId xmlns:a16="http://schemas.microsoft.com/office/drawing/2014/main" id="{DC29041B-37B1-41ED-AD62-9ACED4C1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sample-row-0">
            <a:extLst xmlns:a="http://schemas.openxmlformats.org/drawingml/2006/main">
              <a:ext uri="{FF2B5EF4-FFF2-40B4-BE49-F238E27FC236}">
                <a16:creationId xmlns:a16="http://schemas.microsoft.com/office/drawing/2014/main" id="{D2874A44-85DA-4C36-B193-7144682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002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Stock market: </a:t>
            </a:r>
            <a:r>
              <a:rPr>
                <a:solidFill>
                  <a:srgbClr val="171717"/>
                </a:solidFill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 xmlns:a="http://schemas.openxmlformats.org/drawingml/2006/main">
              <a:ext uri="{FF2B5EF4-FFF2-40B4-BE49-F238E27FC236}">
                <a16:creationId xmlns:a16="http://schemas.microsoft.com/office/drawing/2014/main" id="{CF59A9F5-A43A-4B7D-B555-B2155BA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sample-n-1">
            <a:extLst xmlns:a="http://schemas.openxmlformats.org/drawingml/2006/main">
              <a:ext uri="{FF2B5EF4-FFF2-40B4-BE49-F238E27FC236}">
                <a16:creationId xmlns:a16="http://schemas.microsoft.com/office/drawing/2014/main" id="{C8A27D7B-0B35-41A2-B477-C54CE1B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sample-row-1">
            <a:extLst xmlns:a="http://schemas.openxmlformats.org/drawingml/2006/main">
              <a:ext uri="{FF2B5EF4-FFF2-40B4-BE49-F238E27FC236}">
                <a16:creationId xmlns:a16="http://schemas.microsoft.com/office/drawing/2014/main" id="{9BE1C971-F9A7-49A5-92E9-5634BCC3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908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Cryptocurrency: </a:t>
            </a:r>
            <a:r>
              <a:rPr>
                <a:solidFill>
                  <a:srgbClr val="171717"/>
                </a:solidFill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 xmlns:a="http://schemas.openxmlformats.org/drawingml/2006/main">
              <a:ext uri="{FF2B5EF4-FFF2-40B4-BE49-F238E27FC236}">
                <a16:creationId xmlns:a16="http://schemas.microsoft.com/office/drawing/2014/main" id="{0C180C38-F510-4C21-83BF-3659ED6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sample-n-2">
            <a:extLst xmlns:a="http://schemas.openxmlformats.org/drawingml/2006/main">
              <a:ext uri="{FF2B5EF4-FFF2-40B4-BE49-F238E27FC236}">
                <a16:creationId xmlns:a16="http://schemas.microsoft.com/office/drawing/2014/main" id="{3AB846A4-001A-4295-82BC-8678917A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sample-row-2">
            <a:extLst xmlns:a="http://schemas.openxmlformats.org/drawingml/2006/main">
              <a:ext uri="{FF2B5EF4-FFF2-40B4-BE49-F238E27FC236}">
                <a16:creationId xmlns:a16="http://schemas.microsoft.com/office/drawing/2014/main" id="{B49E575A-E6D7-46CE-AE1E-7A0DBAB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814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Weather: </a:t>
            </a:r>
            <a:r>
              <a:rPr>
                <a:solidFill>
                  <a:srgbClr val="171717"/>
                </a:solidFill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 xmlns:a="http://schemas.openxmlformats.org/drawingml/2006/main">
              <a:ext uri="{FF2B5EF4-FFF2-40B4-BE49-F238E27FC236}">
                <a16:creationId xmlns:a16="http://schemas.microsoft.com/office/drawing/2014/main" id="{4EF2CA3B-90F2-4D9A-A1C6-45D11224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sample-n-3">
            <a:extLst xmlns:a="http://schemas.openxmlformats.org/drawingml/2006/main">
              <a:ext uri="{FF2B5EF4-FFF2-40B4-BE49-F238E27FC236}">
                <a16:creationId xmlns:a16="http://schemas.microsoft.com/office/drawing/2014/main" id="{B44E8143-9A3F-47C4-8B79-3940D9B0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sample-row-3">
            <a:extLst xmlns:a="http://schemas.openxmlformats.org/drawingml/2006/main">
              <a:ext uri="{FF2B5EF4-FFF2-40B4-BE49-F238E27FC236}">
                <a16:creationId xmlns:a16="http://schemas.microsoft.com/office/drawing/2014/main" id="{EE678A38-A689-4894-BEF4-78FDECA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Formula 1 telemetry: </a:t>
            </a:r>
            <a:r>
              <a:rPr>
                <a:solidFill>
                  <a:srgbClr val="171717"/>
                </a:solidFill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 xmlns:a="http://schemas.openxmlformats.org/drawingml/2006/main">
              <a:ext uri="{FF2B5EF4-FFF2-40B4-BE49-F238E27FC236}">
                <a16:creationId xmlns:a16="http://schemas.microsoft.com/office/drawing/2014/main" id="{41445FA4-4A0C-446F-954F-8152E63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sample-n-4">
            <a:extLst xmlns:a="http://schemas.openxmlformats.org/drawingml/2006/main">
              <a:ext uri="{FF2B5EF4-FFF2-40B4-BE49-F238E27FC236}">
                <a16:creationId xmlns:a16="http://schemas.microsoft.com/office/drawing/2014/main" id="{E3E42768-3901-45BD-B62E-3A570855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81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sample-row-4">
            <a:extLst xmlns:a="http://schemas.openxmlformats.org/drawingml/2006/main">
              <a:ext uri="{FF2B5EF4-FFF2-40B4-BE49-F238E27FC236}">
                <a16:creationId xmlns:a16="http://schemas.microsoft.com/office/drawing/2014/main" id="{6E9EFDF9-524A-4F20-8D8C-2DB7196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Seismic events: </a:t>
            </a:r>
            <a:r>
              <a:rPr>
                <a:solidFill>
                  <a:srgbClr val="171717"/>
                </a:solidFill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 xmlns:a="http://schemas.openxmlformats.org/drawingml/2006/main">
              <a:ext uri="{FF2B5EF4-FFF2-40B4-BE49-F238E27FC236}">
                <a16:creationId xmlns:a16="http://schemas.microsoft.com/office/drawing/2014/main" id="{18353DF1-B38D-462A-97DF-9ABA49A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150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3771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913FF43-BACD-4AA1-A6E7-B408EEE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A2D8180-368E-471F-9A73-6369086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64F85A7-3340-4465-BBF9-6FFED347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108C40-D3E9-4AE6-A675-F953C766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D991F2-ADCE-40F0-B2DF-AA4EDFF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3CC74B9-0915-4059-8D33-92400FC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9/28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3B0CCFD7-7417-4171-965E-8D9D3818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62278E7F-424D-4645-AFE1-93C5758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856A0FB6-1CA9-4AC6-8A7B-E767057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5CF6C2A1-388B-4F01-AC44-C26BF3B3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830D8E4E-6625-4F65-A355-992DC5FB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BD7DD07E-1143-4CFA-AE2D-E6D038D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CF3FCFD9-3257-4EA8-A3D7-CE886E8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AFEBACC4-A489-4C4A-87A6-7A154848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264F2FF0-C8E4-4D85-B27A-0F08C984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396CE153-AF30-4739-AA2F-FF323C6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E5E9ABF1-FD7B-4F60-94A5-A7BDEC04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FEFE4173-DC60-4003-B667-0FB50474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245D285A-8E00-4F12-B478-4ABE6AE4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BDC123A8-F9FC-4919-8864-63A0D3D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56D9A965-0EDC-42C4-94F5-475A97E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821FDE82-31BE-4A12-81D3-51E38BF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25844DB7-E277-4041-9FA2-7735CDA8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D92787EA-23D4-4443-AF2C-CEA0EE3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5DBDA610-8336-47C4-BAE8-8BF1D43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B48C69A5-F80C-45F4-B600-EB68978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3957DA22-656A-410F-9DCF-2AC37152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80CA5090-EC21-471D-BB10-35D1C93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4430A511-3CF5-4CEA-98A0-B0649DA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062E2CE1-963E-4F71-8DE8-8C02CF2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FEC17A7E-8355-4C8E-9814-4173D3C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E1325D54-26E6-4EC5-84B9-E5E79C4B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52390D07-DDCA-4917-A6DE-B850726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E0C60BFB-AAC1-4BF8-BBFD-A41099A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4E23D757-185C-4492-B8C0-77DEB19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D9820335-F18A-42BE-84E4-A3A0B8E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6CF4903E-2EC7-4138-884E-52E3C281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F63F1FF3-9E03-407E-8953-E456AB8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1930173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7CF87FB-5219-4BA9-A195-61053EB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4E98919-BC26-4594-8C7D-246BE293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3CC24ED-6077-491C-96B6-C475DC2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0A017-6AED-4185-83A0-6D30CEA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D19DA1-1D1C-4316-A094-2DB57B6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514C799-2EF2-430D-B9D7-7C5233E3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4703B129-106F-4974-8584-BF4BB33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171575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C17D6227-4273-4093-B506-40986CC6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A5AC18E3-7936-40E0-8AC0-213E71CA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54532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E533C61A-09A6-420B-83BE-6FDFE8B3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B4B1C8EA-0B42-479F-AD9F-D6771611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90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4B8A36D6-367F-431A-8398-7734BA0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38297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894B0464-6AAF-4198-AE92-310DB7A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1C22F8F2-8B4A-4A90-B4C5-96E86DB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E7D9C94A-45C9-43FB-934A-7303CFF3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66511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80E70325-5479-4370-95DD-3B9DAF9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6F982525-D983-4628-9560-81923F3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81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BA717257-42D2-4C15-9CC2-5011B34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16442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6511EE19-87A7-4037-9B5F-F02E9B2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81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2F43A37C-C28C-4E1B-AD31-337E02B5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D8378F6D-A6AE-420E-B237-43128E2E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15610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AC09D6BE-761E-4E9F-AF31-CF87567B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F49689A0-D9C4-4B1C-9E79-68332AE1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E4E4A217-09D8-4DFE-8337-F4223BF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9975"/>
            <a:ext cx="10615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B93E22DD-6D08-4F50-A127-C9719F60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0D288624-7995-411B-9FAC-7A253952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B85C2A65-65DB-468C-8C33-10B6A5C2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266A6050-91C3-41B3-B73D-99EE287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97E2521D-D5C6-42B8-A1CE-C81C99A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168941F6-59F7-4F89-9105-662F7FB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3657485D-DAE5-4204-B18A-59406D9C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62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D3FB3D97-58A4-4A06-A64E-FBA9E30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91864D8B-CBA0-4047-9159-B2F5E35C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8117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57DC6ED4-9C47-4A13-8C7F-EF9B8886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A19A61C4-5951-444E-86EB-13A0D7B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1E9F7876-2BF0-4D0A-84BB-38EAA573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7284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A6011928-2AAD-4B38-8D6B-51D90EF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529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0.035</a:t>
            </a:r>
          </a:p>
        </p:txBody>
      </p:sp>
      <p:sp>
        <p:nvSpPr>
          <p:cNvPr id="38" name="fi-name-10">
            <a:extLst xmlns:a="http://schemas.openxmlformats.org/drawingml/2006/main">
              <a:ext uri="{FF2B5EF4-FFF2-40B4-BE49-F238E27FC236}">
                <a16:creationId xmlns:a16="http://schemas.microsoft.com/office/drawing/2014/main" id="{9EE4FF78-A52B-48F9-A2CC-4BB898A3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dispersion_ratio</a:t>
            </a:r>
          </a:p>
        </p:txBody>
      </p:sp>
      <p:sp>
        <p:nvSpPr>
          <p:cNvPr id="39" name="fi-bar-10">
            <a:extLst xmlns:a="http://schemas.openxmlformats.org/drawingml/2006/main">
              <a:ext uri="{FF2B5EF4-FFF2-40B4-BE49-F238E27FC236}">
                <a16:creationId xmlns:a16="http://schemas.microsoft.com/office/drawing/2014/main" id="{28227680-06FC-4E7A-A0E1-79DEA1C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7871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-val-10">
            <a:extLst xmlns:a="http://schemas.openxmlformats.org/drawingml/2006/main">
              <a:ext uri="{FF2B5EF4-FFF2-40B4-BE49-F238E27FC236}">
                <a16:creationId xmlns:a16="http://schemas.microsoft.com/office/drawing/2014/main" id="{503AC97B-366C-4B12-ACFA-D58BAC7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0.023</a:t>
            </a:r>
          </a:p>
        </p:txBody>
      </p:sp>
      <p:sp>
        <p:nvSpPr>
          <p:cNvPr id="41" name="fi-name-11">
            <a:extLst xmlns:a="http://schemas.openxmlformats.org/drawingml/2006/main">
              <a:ext uri="{FF2B5EF4-FFF2-40B4-BE49-F238E27FC236}">
                <a16:creationId xmlns:a16="http://schemas.microsoft.com/office/drawing/2014/main" id="{23C05D3D-8432-47EC-BCDA-B2063718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mad_norm</a:t>
            </a:r>
          </a:p>
        </p:txBody>
      </p:sp>
      <p:sp>
        <p:nvSpPr>
          <p:cNvPr id="42" name="fi-bar-11">
            <a:extLst xmlns:a="http://schemas.openxmlformats.org/drawingml/2006/main">
              <a:ext uri="{FF2B5EF4-FFF2-40B4-BE49-F238E27FC236}">
                <a16:creationId xmlns:a16="http://schemas.microsoft.com/office/drawing/2014/main" id="{4D51CDEC-88EA-4816-8DFA-30BB62C3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3954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i-val-11">
            <a:extLst xmlns:a="http://schemas.openxmlformats.org/drawingml/2006/main">
              <a:ext uri="{FF2B5EF4-FFF2-40B4-BE49-F238E27FC236}">
                <a16:creationId xmlns:a16="http://schemas.microsoft.com/office/drawing/2014/main" id="{5DFB8768-C556-444D-9DB7-7486140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3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0.019</a:t>
            </a:r>
          </a:p>
        </p:txBody>
      </p:sp>
    </p:spTree>
    <p:extLst>
      <p:ext uri="{BB962C8B-B14F-4D97-AF65-F5344CB8AC3E}">
        <p14:creationId xmlns:p14="http://schemas.microsoft.com/office/powerpoint/2010/main" val="1776680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108659A-0CF6-41E9-84C7-925E02E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9FF52A3-42C2-4C66-9B32-4681D7A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1256C44-D46F-4C8B-8404-E330B11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10F1D6-88E3-4E27-A22D-434F03CD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45C03D-CAAD-4A39-94F4-60C6E4B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50F909F-CDD6-4683-9DBC-4053FE1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11/28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118AE9A4-8357-4FA8-A92C-BCBAB98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BF38CBEE-16E7-430C-81DC-4F9322C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524420D0-30F8-48D8-AE1D-F4037730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C7940BAB-AF8F-4CDF-9A58-E4B0045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71978DC5-2E72-4411-9878-3C1E7F0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0B02D8F1-7F18-4702-AC7F-A3D0432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D0469F5A-1EC9-42CC-8842-25B5454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A18D58C9-A274-44BF-9DE0-5879FE4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FE3AAE02-940F-4DEC-B47B-C2CF966E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F6583FBB-214C-47B8-B4C6-6BEDBA6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3550F3BF-A0EA-4D56-AEFC-1E2C20A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E0D94AA4-DFD0-4445-8897-DBE7E1A3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F91F70AD-EE50-4C95-986B-35CC3189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79BC9EE3-3D20-4F44-BE7E-4734C26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38556012-BC65-480F-AF03-C069CD7A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6F9651AF-A20F-4EBC-A5C1-7340D98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A3B651DA-B56E-4813-A83B-AE44570E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EAE40F44-32E5-48C1-BA9C-305DEE9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1929019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244B4FE-8996-41CB-8EEC-3447E3C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81B3129-7B3E-443B-B4C3-1CDA41D4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C768358-DA9A-4F03-983F-855DBFC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5229CA-9C94-4013-9FB7-29DEB1B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CFD264-ECF6-4D39-BF11-73AA8FA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25B3B89-E463-4AED-95AB-C08A369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12/28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4135416B-665D-40DD-916C-69741B61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A6E662A3-08BD-4682-BD79-8BB67475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596BA41B-00A9-44EC-847A-4C78945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0A38571E-45D3-453E-97C8-3601A6D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B3B4CE43-1698-48F7-9BB8-9732199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CA1E9194-4709-424D-B9BD-F90B6FF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2FF62747-5D33-4D44-9D1B-303E387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77580ED4-C69C-4538-9EC8-21EA2D5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7881C62F-EA96-481E-9565-0C389AB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2436843A-673F-41A3-A5B4-A7EB114B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1E6E0C25-0802-4FB4-8B2B-F2AD8DF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01F212E0-A8E8-4212-8989-80C24D5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71CB9835-D225-4CD6-83EE-1DDEE17B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E039B318-99D0-4A3D-9F04-087FB762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FE5FF726-FAC8-43F0-AA18-8A09B3C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C80008AF-7AD1-49D6-A2E3-7EEA763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F3736EFD-F12F-4A0D-A77B-192D0C66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CECFC39F-730F-40E2-B578-09B51AF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1ADBB383-1DA7-40AF-9867-2F825AB0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129621C2-7E52-43B0-BC18-DF5566B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EB0753EE-01BB-4FA9-9CBF-AC10BC3B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B0144F5B-6E7C-4CAB-9FFD-417C139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08D0BE9B-7173-471E-890E-97280A6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C7D99B52-D41A-41B9-B35D-CC59EFA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35F0A1CD-D439-4A7C-920A-A5DB1E8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67F0953C-D370-4042-A8D0-55798DE9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5CB6D991-82AB-49BE-A0E2-074A24C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863B6F4F-B13D-4A9A-9227-078A93B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4FE81E30-7CF7-41DE-840C-FF1A92B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E5BD7B84-8628-46F8-BD2D-579C35C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E385CB8F-B25A-45C0-B17B-8EDF8F05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E5618871-5D26-4EAA-B596-4B3E4414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3980D02D-DC72-49AF-8BA1-8E568EB7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76396962-24E1-49BB-8D38-CEA16A05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ACA8462F-BD19-4E59-A514-0927F2C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1382351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99D9F13-B188-4EE9-BAE6-2F8AA93B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AC81755-F439-4814-9136-7F64574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81A395B-760B-4FE5-B278-D274E488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2B0E58-41FC-4D9C-B876-7F510367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B03166-6C79-47AB-9274-CA548929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BFA3DB9-EB5B-442F-B158-8B33A23C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13/28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0B6FC78A-7531-4E85-9083-540628E4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9E5E62FB-78C7-4B10-9A8D-746300B3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B1DF81A4-834F-44C5-A21F-3DFE6CD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B8F01887-B584-45C0-82D6-FC4E0190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DF15F8BE-0E92-482C-9366-2185144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10890A2B-2102-412E-B2FF-EA10F19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1BE3EE29-5466-4CB2-8BA8-E915FE67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FCE819B6-00FF-4A66-8C22-33CA720C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54660968-8197-4349-AF14-02C8E6D0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FBB8D34C-205A-4551-8CFE-B1590462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EEF78CB2-E93A-4CC2-A835-6C453723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C839CE45-8037-4BE4-99AC-B613787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221DC202-A809-4C2A-9615-A2503D3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95E45D4D-36AA-4DA0-9EE1-1C0A023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87A889A1-F456-4880-B03A-2CDE74AC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152A"/>
                </a:solidFill>
              </a:defRPr>
            </a:pPr>
            <a:r>
              <a:rPr sz="975" b="1">
                <a:solidFill>
                  <a:srgbClr val="B9152A"/>
                </a:solidFill>
              </a:rPr>
              <a:t>objective: multi:softprob</a:t>
            </a:r>
          </a:p>
          <a:p xmlns:a="http://schemas.openxmlformats.org/drawingml/2006/main">
            <a:pPr algn="ctr">
              <a:defRPr sz="975" b="1">
                <a:solidFill>
                  <a:srgbClr val="B9152A"/>
                </a:solidFill>
              </a:defRPr>
            </a:pPr>
            <a:r>
              <a:rPr sz="975" b="1">
                <a:solidFill>
                  <a:srgbClr val="B9152A"/>
                </a:solidFill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62CA32C8-44A4-428A-880B-E08BA76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2286000" cy="2952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FE458355-01B7-4B56-AF0A-B5E84F0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8F1DF2A4-2C82-41B4-8ED1-5D25FFBA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14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47273D17-C1F2-43EB-8901-D7965877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8ED48797-1688-4B57-B957-5EE2896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05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01DC5A6A-43F4-4F94-8F46-CE83217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82CD2523-EE47-4FD4-BDF9-07043DC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957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B4A327E6-2567-4CBE-8EE5-C381CB5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F12D1B0A-6E19-4536-A12C-E795ED0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choose highest 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B6449E4B-7EE0-40D0-8617-E6954966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525F65BE-BBF0-4C80-9C97-0F037A5D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177BF8A7-9746-42D2-AA90-6D78D90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1770EEBD-C7CE-4E40-B79B-CAA38C52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408773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38CBA0A-8575-42F0-97B1-2C2966B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4012450-6F40-4D94-83F9-3ED8C3D1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B629DE6-E401-4CB2-BBEC-A8413DB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6568A1-24B3-413D-9D0C-F14B874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49DE07A-96B0-48BA-86FF-D9F84D5B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9202ADF-5BA1-4F4A-8B73-AAB35563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14/28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9BF337F4-DE6B-4F99-A7AE-0994419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50DBCDEF-C33D-4689-B249-73CFF08D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D030E902-62EC-459C-8ABE-3EB7E46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F3868613-BD60-4283-A32B-283EF093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DC7936AA-A80E-4495-924C-4DB93D9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37D89CF4-192E-433A-BAEF-3B3F6B3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CFDA97F8-E338-475C-BD8A-9844D889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AE3025E6-498B-43FB-9C5A-A608CF9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5614C34D-4911-46B0-8843-6AB14508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71E39AA3-4CC8-488B-AD96-85F2115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D14E155C-3FF8-43A9-8ECA-BD26EB30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DD938FFA-DBC6-4E4F-A354-8504E71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0DE1F1C5-3B8E-4441-B6F4-2DCFBFE8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4A224178-580F-4C58-8981-B6CEDF9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8E908D85-B07B-412F-A941-A0AE2135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C8109058-BEF2-4E3B-BED2-FECDC79F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3EA74496-6FF7-4AAA-B0D6-67A8CBB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4DEB96A6-9316-4F61-AA89-A5984A19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CE5DB6BB-392A-4CB5-B84C-AE257298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9581EE21-45BD-43CD-8001-38255B7E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A641432A-4623-471F-A3A7-0EF59F3A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1E6583AA-3063-40CA-88A1-50C9923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B2CC50F6-A36C-4EB9-8E9A-58DAB05B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E9F8FBD5-B803-4C5D-B69F-7F61378E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F75D57D8-7FA1-4D9F-BF12-15D6F2D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B6710D45-E6A7-4630-BF74-AD7B1D3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519208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55096B5-7EB9-4181-9E93-A6F1ED71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FE93380-40A6-45DF-B807-2AD1A29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E9DD347-97A0-49F0-BA10-4A42637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4EC41D-7162-4D0A-AA01-E3E30E4A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3AB1DEE-97A2-4F57-8782-B846607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6355E3-D249-4781-82C5-1ABA8B6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15/28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66FD3A44-14FF-4F57-B2C0-E8E65F8F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6D431DB6-63C5-4014-9A80-D6EDBF52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138507B7-7CB2-478A-AF74-40B58E5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2365F762-3211-4378-A70E-599719B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010C944E-892C-47A1-9EAA-F6E1AC75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53C447E7-949A-4CB3-B565-2B8E0DD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84B5EB78-ED65-42FA-93CA-69DFACC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</a:defRPr>
            </a:pPr>
            <a:r>
              <a:rPr sz="1500" b="1">
                <a:solidFill>
                  <a:srgbClr val="B9152A"/>
                </a:solidFill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B0840AE4-0A9A-4BF8-9414-A9D2EC21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2EFDB3BB-AE26-4BBC-954B-03D3418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195C85C0-3A1C-4E23-B485-E688CEAC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2E4F17CA-6DE4-42C5-AD6A-5EC72701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B3ACACAE-A9A5-43DA-842F-E2D801CD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10566879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255419F-5005-4932-96D3-48594CAC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A803585-C3B1-45DF-809E-A0A6E570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B450639-342F-4F23-8ABC-B32C814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F8D772-3830-404C-BC47-951591D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67E3E4-15B3-495F-AABE-4CA9BEF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2A318D6-B00B-4EB8-870E-0E1F6E0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16/28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3ACC595B-9E7C-4B93-9E6E-0748E85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-dot-0-0">
            <a:extLst xmlns:a="http://schemas.openxmlformats.org/drawingml/2006/main">
              <a:ext uri="{FF2B5EF4-FFF2-40B4-BE49-F238E27FC236}">
                <a16:creationId xmlns:a16="http://schemas.microsoft.com/office/drawing/2014/main" id="{F1BCFBAF-F29A-46FB-95D2-43750C3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-dot-0-1">
            <a:extLst xmlns:a="http://schemas.openxmlformats.org/drawingml/2006/main">
              <a:ext uri="{FF2B5EF4-FFF2-40B4-BE49-F238E27FC236}">
                <a16:creationId xmlns:a16="http://schemas.microsoft.com/office/drawing/2014/main" id="{2008CBE8-FF2D-42AB-9684-C4CA04A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-dot-0-2">
            <a:extLst xmlns:a="http://schemas.openxmlformats.org/drawingml/2006/main">
              <a:ext uri="{FF2B5EF4-FFF2-40B4-BE49-F238E27FC236}">
                <a16:creationId xmlns:a16="http://schemas.microsoft.com/office/drawing/2014/main" id="{65055EC3-B78C-4847-AFEF-0A6D0445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-line-0-1">
            <a:extLst xmlns:a="http://schemas.openxmlformats.org/drawingml/2006/main">
              <a:ext uri="{FF2B5EF4-FFF2-40B4-BE49-F238E27FC236}">
                <a16:creationId xmlns:a16="http://schemas.microsoft.com/office/drawing/2014/main" id="{581F52EC-3896-4978-97F7-ED73589A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r-line-0-2">
            <a:extLst xmlns:a="http://schemas.openxmlformats.org/drawingml/2006/main">
              <a:ext uri="{FF2B5EF4-FFF2-40B4-BE49-F238E27FC236}">
                <a16:creationId xmlns:a16="http://schemas.microsoft.com/office/drawing/2014/main" id="{2913DF2A-AD19-4843-B8A4-4A22ABC3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F43AEA59-2B99-474E-875F-3AF4CED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tr-dot-1-0">
            <a:extLst xmlns:a="http://schemas.openxmlformats.org/drawingml/2006/main">
              <a:ext uri="{FF2B5EF4-FFF2-40B4-BE49-F238E27FC236}">
                <a16:creationId xmlns:a16="http://schemas.microsoft.com/office/drawing/2014/main" id="{D85CF877-F10E-4B60-8861-E996ECB3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-dot-1-1">
            <a:extLst xmlns:a="http://schemas.openxmlformats.org/drawingml/2006/main">
              <a:ext uri="{FF2B5EF4-FFF2-40B4-BE49-F238E27FC236}">
                <a16:creationId xmlns:a16="http://schemas.microsoft.com/office/drawing/2014/main" id="{204AE0F5-BDCE-4A8B-BD53-682DB3D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-dot-1-2">
            <a:extLst xmlns:a="http://schemas.openxmlformats.org/drawingml/2006/main">
              <a:ext uri="{FF2B5EF4-FFF2-40B4-BE49-F238E27FC236}">
                <a16:creationId xmlns:a16="http://schemas.microsoft.com/office/drawing/2014/main" id="{0D8FF946-E56A-4681-A252-CF815D2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-line-1-1">
            <a:extLst xmlns:a="http://schemas.openxmlformats.org/drawingml/2006/main">
              <a:ext uri="{FF2B5EF4-FFF2-40B4-BE49-F238E27FC236}">
                <a16:creationId xmlns:a16="http://schemas.microsoft.com/office/drawing/2014/main" id="{03B86DBF-284F-4D8E-8EE5-69848CA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-line-1-2">
            <a:extLst xmlns:a="http://schemas.openxmlformats.org/drawingml/2006/main">
              <a:ext uri="{FF2B5EF4-FFF2-40B4-BE49-F238E27FC236}">
                <a16:creationId xmlns:a16="http://schemas.microsoft.com/office/drawing/2014/main" id="{965AF9B0-74EF-48C2-8FC4-6C1C277C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3D010D99-6B96-4822-86B1-E4182EF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tr-dot-2-0">
            <a:extLst xmlns:a="http://schemas.openxmlformats.org/drawingml/2006/main">
              <a:ext uri="{FF2B5EF4-FFF2-40B4-BE49-F238E27FC236}">
                <a16:creationId xmlns:a16="http://schemas.microsoft.com/office/drawing/2014/main" id="{1E05A0ED-EBE2-4A35-937F-3891D78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-dot-2-1">
            <a:extLst xmlns:a="http://schemas.openxmlformats.org/drawingml/2006/main">
              <a:ext uri="{FF2B5EF4-FFF2-40B4-BE49-F238E27FC236}">
                <a16:creationId xmlns:a16="http://schemas.microsoft.com/office/drawing/2014/main" id="{AD872C00-18B5-4500-BCC1-F98E4D5F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-dot-2-2">
            <a:extLst xmlns:a="http://schemas.openxmlformats.org/drawingml/2006/main">
              <a:ext uri="{FF2B5EF4-FFF2-40B4-BE49-F238E27FC236}">
                <a16:creationId xmlns:a16="http://schemas.microsoft.com/office/drawing/2014/main" id="{57686216-3FDA-41B3-B5F5-30B9936A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-line-2-1">
            <a:extLst xmlns:a="http://schemas.openxmlformats.org/drawingml/2006/main">
              <a:ext uri="{FF2B5EF4-FFF2-40B4-BE49-F238E27FC236}">
                <a16:creationId xmlns:a16="http://schemas.microsoft.com/office/drawing/2014/main" id="{7E30DCEF-F363-4871-83E1-455FBEA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r-line-2-2">
            <a:extLst xmlns:a="http://schemas.openxmlformats.org/drawingml/2006/main">
              <a:ext uri="{FF2B5EF4-FFF2-40B4-BE49-F238E27FC236}">
                <a16:creationId xmlns:a16="http://schemas.microsoft.com/office/drawing/2014/main" id="{9CA85541-0F6D-470A-8A9D-AE77705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ens-lab-0">
            <a:extLst xmlns:a="http://schemas.openxmlformats.org/drawingml/2006/main">
              <a:ext uri="{FF2B5EF4-FFF2-40B4-BE49-F238E27FC236}">
                <a16:creationId xmlns:a16="http://schemas.microsoft.com/office/drawing/2014/main" id="{60530393-8CD8-472A-97B0-3222958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ns-lab-0-title">
            <a:extLst xmlns:a="http://schemas.openxmlformats.org/drawingml/2006/main">
              <a:ext uri="{FF2B5EF4-FFF2-40B4-BE49-F238E27FC236}">
                <a16:creationId xmlns:a16="http://schemas.microsoft.com/office/drawing/2014/main" id="{AF7F9E35-9E68-46A2-8B5A-1782D8C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learning rate 0.05</a:t>
            </a:r>
          </a:p>
        </p:txBody>
      </p:sp>
      <p:sp>
        <p:nvSpPr>
          <p:cNvPr id="27" name="ens-line-0">
            <a:extLst xmlns:a="http://schemas.openxmlformats.org/drawingml/2006/main">
              <a:ext uri="{FF2B5EF4-FFF2-40B4-BE49-F238E27FC236}">
                <a16:creationId xmlns:a16="http://schemas.microsoft.com/office/drawing/2014/main" id="{E4F97FF5-1F5E-4239-9A6D-76D173A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9775"/>
            <a:ext cx="4286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28" name="ens-lab-1">
            <a:extLst xmlns:a="http://schemas.openxmlformats.org/drawingml/2006/main">
              <a:ext uri="{FF2B5EF4-FFF2-40B4-BE49-F238E27FC236}">
                <a16:creationId xmlns:a16="http://schemas.microsoft.com/office/drawing/2014/main" id="{2A7FEB20-9186-4F59-A20B-0464569D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ens-lab-1-title">
            <a:extLst xmlns:a="http://schemas.openxmlformats.org/drawingml/2006/main">
              <a:ext uri="{FF2B5EF4-FFF2-40B4-BE49-F238E27FC236}">
                <a16:creationId xmlns:a16="http://schemas.microsoft.com/office/drawing/2014/main" id="{E3B5C223-7F34-46CA-A67B-110952AD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depth 7</a:t>
            </a:r>
          </a:p>
        </p:txBody>
      </p:sp>
      <p:sp>
        <p:nvSpPr>
          <p:cNvPr id="30" name="ens-line-1">
            <a:extLst xmlns:a="http://schemas.openxmlformats.org/drawingml/2006/main">
              <a:ext uri="{FF2B5EF4-FFF2-40B4-BE49-F238E27FC236}">
                <a16:creationId xmlns:a16="http://schemas.microsoft.com/office/drawing/2014/main" id="{6990BE0A-01E5-46BE-9EC6-B364E1D6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2857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1" name="ens-lab-2">
            <a:extLst xmlns:a="http://schemas.openxmlformats.org/drawingml/2006/main">
              <a:ext uri="{FF2B5EF4-FFF2-40B4-BE49-F238E27FC236}">
                <a16:creationId xmlns:a16="http://schemas.microsoft.com/office/drawing/2014/main" id="{75824AE2-DF08-41C0-BE4A-375B54A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ens-lab-2-title">
            <a:extLst xmlns:a="http://schemas.openxmlformats.org/drawingml/2006/main">
              <a:ext uri="{FF2B5EF4-FFF2-40B4-BE49-F238E27FC236}">
                <a16:creationId xmlns:a16="http://schemas.microsoft.com/office/drawing/2014/main" id="{0166A4FA-3B4D-408E-8ED7-469779D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500 trees</a:t>
            </a:r>
          </a:p>
        </p:txBody>
      </p:sp>
      <p:sp>
        <p:nvSpPr>
          <p:cNvPr id="33" name="ens-line-2">
            <a:extLst xmlns:a="http://schemas.openxmlformats.org/drawingml/2006/main">
              <a:ext uri="{FF2B5EF4-FFF2-40B4-BE49-F238E27FC236}">
                <a16:creationId xmlns:a16="http://schemas.microsoft.com/office/drawing/2014/main" id="{055804A4-1243-4992-8AD3-F54FF10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9775"/>
            <a:ext cx="-109537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34" name="ens-lab-3">
            <a:extLst xmlns:a="http://schemas.openxmlformats.org/drawingml/2006/main">
              <a:ext uri="{FF2B5EF4-FFF2-40B4-BE49-F238E27FC236}">
                <a16:creationId xmlns:a16="http://schemas.microsoft.com/office/drawing/2014/main" id="{34CCAA83-A25B-455C-9394-6FF17E84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ens-lab-3-title">
            <a:extLst xmlns:a="http://schemas.openxmlformats.org/drawingml/2006/main">
              <a:ext uri="{FF2B5EF4-FFF2-40B4-BE49-F238E27FC236}">
                <a16:creationId xmlns:a16="http://schemas.microsoft.com/office/drawing/2014/main" id="{24615128-3B9B-450B-8A5A-24427E0B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row sample 80%</a:t>
            </a:r>
          </a:p>
        </p:txBody>
      </p:sp>
      <p:sp>
        <p:nvSpPr>
          <p:cNvPr id="36" name="ens-line-3">
            <a:extLst xmlns:a="http://schemas.openxmlformats.org/drawingml/2006/main">
              <a:ext uri="{FF2B5EF4-FFF2-40B4-BE49-F238E27FC236}">
                <a16:creationId xmlns:a16="http://schemas.microsoft.com/office/drawing/2014/main" id="{3B42B8F8-D5F1-40EC-8919-65EC7BDA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43525"/>
            <a:ext cx="4286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7" name="ens-lab-4">
            <a:extLst xmlns:a="http://schemas.openxmlformats.org/drawingml/2006/main">
              <a:ext uri="{FF2B5EF4-FFF2-40B4-BE49-F238E27FC236}">
                <a16:creationId xmlns:a16="http://schemas.microsoft.com/office/drawing/2014/main" id="{FD172F02-70C8-4229-82A2-0DCC5A9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ens-lab-4-title">
            <a:extLst xmlns:a="http://schemas.openxmlformats.org/drawingml/2006/main">
              <a:ext uri="{FF2B5EF4-FFF2-40B4-BE49-F238E27FC236}">
                <a16:creationId xmlns:a16="http://schemas.microsoft.com/office/drawing/2014/main" id="{1F7784D0-EEF0-4223-A527-0135EC3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feature sample 80%</a:t>
            </a:r>
          </a:p>
        </p:txBody>
      </p:sp>
      <p:sp>
        <p:nvSpPr>
          <p:cNvPr id="39" name="ens-line-4">
            <a:extLst xmlns:a="http://schemas.openxmlformats.org/drawingml/2006/main">
              <a:ext uri="{FF2B5EF4-FFF2-40B4-BE49-F238E27FC236}">
                <a16:creationId xmlns:a16="http://schemas.microsoft.com/office/drawing/2014/main" id="{9B2474D3-6CB3-4CEA-ADB2-0A260AB2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29275"/>
            <a:ext cx="285750" cy="-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40" name="ens-lab-5">
            <a:extLst xmlns:a="http://schemas.openxmlformats.org/drawingml/2006/main">
              <a:ext uri="{FF2B5EF4-FFF2-40B4-BE49-F238E27FC236}">
                <a16:creationId xmlns:a16="http://schemas.microsoft.com/office/drawing/2014/main" id="{EEEB6111-AF79-4F9F-A0DD-3A60AA7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ens-lab-5-title">
            <a:extLst xmlns:a="http://schemas.openxmlformats.org/drawingml/2006/main">
              <a:ext uri="{FF2B5EF4-FFF2-40B4-BE49-F238E27FC236}">
                <a16:creationId xmlns:a16="http://schemas.microsoft.com/office/drawing/2014/main" id="{20C7BB43-5341-4E3A-A7CE-A3B1B76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L1 / L2 regularisation</a:t>
            </a:r>
          </a:p>
        </p:txBody>
      </p:sp>
      <p:sp>
        <p:nvSpPr>
          <p:cNvPr id="42" name="ens-line-5">
            <a:extLst xmlns:a="http://schemas.openxmlformats.org/drawingml/2006/main">
              <a:ext uri="{FF2B5EF4-FFF2-40B4-BE49-F238E27FC236}">
                <a16:creationId xmlns:a16="http://schemas.microsoft.com/office/drawing/2014/main" id="{55E628C7-DA2C-42C5-BA14-5834CD1F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43525"/>
            <a:ext cx="-10001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31824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81B8EDC-6EED-4D5C-8901-166FACA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F86E5E8-77AF-4A8E-B32E-336BDE2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C46389B-B91E-440E-92CC-094B520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DF7EFB-0AD6-4143-94D3-946E78B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69608B-6ACF-431D-B055-842860C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F146052-17D3-43F5-8D78-6A115D9F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17/28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CFADC28B-CBC7-4564-BD13-D2444EB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7D1E9636-0762-446C-8A0A-79F390D6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F061EE85-4516-43A5-B662-65ECCB7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5C3678E9-1929-4216-97E8-008932FC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F92C7BCA-290D-4814-9414-7BC3FE38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475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62A4B9C7-5CA5-470B-AE55-4C2F765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CBE66298-944B-4116-B1E4-256E5FD1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2191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227355CB-58E6-4A05-A29E-657F271C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C3EF2261-5C98-461F-B513-92E49876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3095E9D3-BDEE-4A9E-9C9F-3C658617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09676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C909019F-516E-4D03-999A-0B8F31F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17D8D790-8521-4504-B12F-A9BC279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320649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6056A925-CD7D-4A08-B026-FEA1E67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8DD3C57E-1738-4D46-A368-B606EAD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507956E0-49B6-42FA-B49C-B9F1EB6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579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D8425C74-AA42-4BFB-B315-AE76ED0A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7222EDAE-FFFC-47E0-905D-FE63F84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8782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5D818417-A55A-4643-8FE9-ECF8B27D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7866FC64-19E9-47C8-8CB1-918F5F4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CD221D14-692C-4B76-A673-DD9C2A61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06476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CB91807E-ECF1-4B91-8122-00EB88B2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01E4E12D-CCC8-49DD-91A7-64BE20B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345942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AB74FC39-A926-4948-AE1B-368730C8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D10764E9-A309-4831-AEBB-5D0DEE4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81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Accuracy / balanced accuracy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571389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B959ECA-D573-48C6-B2EB-835A2346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79704D9-3B76-4C74-96B4-CEF1D22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EFF99A6-04F2-40F2-87D5-CCD4188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2FEFF9-45F6-4422-92CD-445907F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FF6E4D-446D-4840-A9B5-1216AB40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FEB5E2F-4F56-4B90-A4E5-C5FC5A90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18/28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35302C2C-014A-4FA3-9DC4-D4EC524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CDF17BD2-2936-4005-AEB3-B79FFF5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DFD50733-3975-4ECE-BC7E-8F60891F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975A6FAD-651B-4634-B866-C5ACA25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31742A3D-61AB-4C0D-8716-E188BF9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27E49238-5713-4C9C-9822-C24EE1C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F9108E35-E7F4-4DDB-BFF1-FA3826DF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2493811D-2F8F-444D-A10A-175FBB6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C78E8772-07EB-4DA0-9537-84D9037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FEE8A5D1-A56C-4DC1-BC9F-A0EB438D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74C26828-2839-452A-AA22-CDAEC05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C4EC11D3-80DB-4F74-A275-CC42A7DE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98069EF7-D66F-4290-8A55-7B08084D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23753C3D-6CB5-4146-94CB-24FE6026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D3E94567-3540-4669-A005-A3835818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E4081191-7398-47AD-BCCC-B4A9157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575B95F7-D546-4AC1-9826-1AE4F87A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961FC51B-7B5C-4DE2-825A-107F778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CCA0BAC1-5DC9-46C3-9E75-D2C5FCD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445A5E6C-5D25-41CF-A2EB-63119FB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C102F6EA-1B19-4B53-9F52-783BF68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BFDEAE77-4191-4072-B6C2-5AE742C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290DFA93-B8EA-46AF-83EB-0F255D56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D17DF224-8715-4123-A75C-0F00C09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02830E98-B9B3-4D34-9770-343AEAE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26387535-CDD8-44E5-B2D6-849B0EE3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618B23B7-F0B4-4ED4-9D70-5862663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86B0B48D-0924-4B41-9BCD-81FFD2E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EA5FCB05-5F2B-4643-8270-9AE8D53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03B6731D-C86A-43D3-A9F3-6C77DB8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4447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F931183-70F2-484A-AD8C-C19C7AC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708F1BE-BB86-4F0A-9B58-968AF7B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8D38FD8-BCCF-47A5-83C8-27BBA2E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984025-FD5A-4792-8A78-DB5AB0E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BEF57F-6DF3-42EE-B4F6-E90E353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CF987F4-B9D4-41DF-8144-132F7DA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19/28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0C8877BA-D9A5-4D91-AC86-DB142DD6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2D0CBCED-515A-4F09-A74A-8C9997D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64A0E84D-F68C-422C-B2C8-EDBF185B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DA7E57A8-C258-4BCB-BFEC-9071984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AEF0387C-0401-46BF-AB7C-8941F058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EA06189D-FA49-4D58-BADC-799C983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46516E6D-159F-4CC3-B38A-43C6772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DA60BD33-D0EC-47FB-A99B-18CC20B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EE09D6F6-8719-415E-80F3-8FBBDD0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8E89EE5C-647E-4C71-B394-AA398C5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</a:defRPr>
            </a:pPr>
            <a:r>
              <a:rPr sz="1875" i="1">
                <a:solidFill>
                  <a:srgbClr val="171717"/>
                </a:solidFill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7F4D182B-4424-4E2E-B6A0-B644870F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</a:defRPr>
            </a:pPr>
            <a:r>
              <a:rPr sz="1575" i="1">
                <a:solidFill>
                  <a:srgbClr val="171717"/>
                </a:solidFill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15955034-8D89-4BBF-AC15-6096065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4546000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5425E63-8DA0-4811-A812-8DD4E77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0B1A9CA-2A19-4509-A863-24502EB3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61CA6F7-594D-477F-8E2C-F4F92D0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9D067B-6DD5-4B74-9391-1218AB1A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A7CFE-367B-4FBA-A113-07C2623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12892AB-19AA-4DEE-9564-42FEFE2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20/28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DC5D2E21-201A-4760-B51B-13EA5FF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D319F3C1-A454-4AB3-A76D-5A2288C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2D442B36-9B65-40BF-BE0F-62262D4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4FFB1608-710A-4A1A-B618-4FF6E0E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6EB21C63-EE06-440B-9B0B-76A79960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59C00665-5E18-41D5-BD67-8197F97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06FEA20C-806D-4E2D-B727-BCB9A0D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38463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FA51F2CF-D7E5-4A7B-BF0E-AAD0BFF2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375FB333-6080-4901-9E61-3A6257D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F69FF220-E847-4A27-823C-929018C1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328374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1816779F-FA45-4D05-A238-28D9096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40A804E6-1619-4563-AC13-F5C17ED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47720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B809300C-E8F8-43CA-B4CB-B9438FC8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47FEACCA-D00A-4DBF-8741-3E24F3E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5EE00393-9EBD-4A77-B50F-1AF471A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50" y="29598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94A74992-37EE-48CD-B491-68CDCB0B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0ED9574D-D346-40FD-A2E2-DB35249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275" y="2555081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03038722-1710-4FCB-A9AA-D1F3140E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93053A81-3ADD-472D-AD18-7616B1C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6B1F574C-132C-40FD-99BB-F3D9711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452903F0-896F-4880-BED6-0AFC51B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1FD158E9-620E-4F9D-B8C8-AE92F69A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319A8BC3-CDEA-437B-B451-02EC831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B46996B2-5497-4269-8C54-EB6B9EE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C2EA80BF-028E-42ED-A362-5CE5C474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036094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850714F7-0B31-4B60-B91D-9070BF06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174A7EEF-4D95-4CA2-A2A3-D415C06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225" y="2912269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AD130439-844A-4FB0-B422-6E4DC2D6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AB08BA64-CE62-49B4-8BA2-C5B8CDF5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03558CB5-432E-4BC5-8BD6-A2945410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975" y="304323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9BD5"/>
                </a:solidFill>
              </a:defRPr>
            </a:pPr>
            <a:r>
              <a:rPr sz="825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83107B12-E5A1-462A-B6E3-B83593A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1FD7413F-AD75-4A3D-993A-DF2E4878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700" y="290750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511E"/>
                </a:solidFill>
              </a:defRPr>
            </a:pPr>
            <a:r>
              <a:rPr sz="825" b="1">
                <a:solidFill>
                  <a:srgbClr val="F4511E"/>
                </a:solidFill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022F4F96-72C4-4BD0-A9F7-27A28AF3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A7F"/>
                </a:solidFill>
              </a:defRPr>
            </a:pPr>
            <a:r>
              <a:rPr sz="900">
                <a:solidFill>
                  <a:srgbClr val="5C6A7F"/>
                </a:solidFill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3078740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3FA6546-8B62-4B87-A43B-B08246A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8E915EA-A673-4D7A-B36A-2046AEA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ADC22B5-D40A-43E4-8953-FD9E3BC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740C44-DC7C-45B2-91E7-8324E33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727AA6-8767-42EE-8E70-5597D8E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AF0B76E-8EC1-481B-9000-0D865EF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21/28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39A97182-482F-4D7D-80F3-4730B45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170727C6-B587-41B9-B56F-355DFE1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7A35F67E-DC59-486E-AF2E-405067C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DE9E8CB2-6576-4E19-9F31-3ACB698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258F5768-2485-421A-AFC7-563CB43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38948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584AA623-FEBC-4189-AA77-78BF137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1009EE3D-57B5-49F9-88EC-D50580A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5E24666E-8519-474E-B130-DD21769C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11406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A594092B-F1EC-41F0-A5E6-F51CD603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A110EDFF-8545-4D71-A38D-0FB0E73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05331CFD-C088-472B-91E8-C04F485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763786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A06F"/>
                </a:solidFill>
              </a:defRPr>
            </a:pPr>
            <a:r>
              <a:rPr sz="825" b="1">
                <a:solidFill>
                  <a:srgbClr val="2FA06F"/>
                </a:solidFill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295D96A6-6214-4C9A-A0FA-6DBB5139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9769C41A-35BA-4F00-B6F6-7F320362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6B1B0D3B-9444-4BE3-8EE8-492314B8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7948D828-D3E5-491D-A069-8AC94D4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</a:defRPr>
            </a:pPr>
            <a:r>
              <a:rPr sz="3150" b="1">
                <a:solidFill>
                  <a:srgbClr val="2FA06F"/>
                </a:solidFill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959CCAE1-296B-4FA1-BDF9-E6DA19F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16428882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10109DA-7B79-4CD9-AF79-20ACB475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B0525DF-2C7E-4C82-AA80-473BF05D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05CC81C-7AE2-4E73-B2A3-AD1469DA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D8392C-7732-4864-8234-7BCA6DAA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2886FF-922C-424E-9E1C-145E206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90D4D21-CDA3-4314-8A5D-5DA5ED1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22/28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68DD0421-399D-49E3-99D6-2A0E782D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34A0B3AB-291D-45AB-9DD3-AD0D6D05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10C8979F-0BBB-41B4-8560-DB79C09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D22B21CD-EB3E-40B6-AB4A-F3CA7FE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75024D0F-FF89-421E-8DDD-200F148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D567B49F-2F78-4D32-9424-B58632CA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D1931695-A7A5-40E0-9062-B978AD4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002B92D0-AFE8-4F39-94AC-3123026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4A4B8346-BEF6-4544-AACE-A8B8599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A8655A04-EC28-42F3-B295-7F673A4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8170184D-3F2A-4ACA-8357-A94FE34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2A1F33AD-1CCE-49FE-8F96-D8CB01C1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730A5AD0-D87B-4E1C-9099-2793A66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BEFC2838-9A3E-47C5-AECF-C5A27665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8538FF8B-DC6D-4D04-9F4F-5CB1C951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6A66161A-7D78-4776-BE56-7E4EFDE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9E03012F-94A2-4ECC-B952-7289248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7ACA2363-C425-41B4-B5A8-E72DD65D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C7411EDE-1225-46D5-800C-2D1456C8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7DDE5FC8-6561-4813-8A9B-D51355A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03345FA1-5262-41E3-B5BD-6B667E8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491E3959-F26A-45AD-89FC-A0A570D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033BA261-DD66-4478-99D1-BDA00757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FADCF6FA-9705-4449-80B9-D1352C9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5B4F5AF2-C378-49FE-98ED-AD284030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</a:defRPr>
            </a:pPr>
            <a:r>
              <a:rPr sz="3150" b="1">
                <a:solidFill>
                  <a:srgbClr val="B9152A"/>
                </a:solidFill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777B5314-2024-4073-B1C4-5CBB5E93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055043A1-DA0D-46CE-84CF-02CA85A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D1042EDD-0A29-4583-8DD5-14E94B98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0EF06DB0-6F3A-4152-ABB6-4494F96E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43157FF9-9FEE-49B9-878A-22A4E4F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8599752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12D3E9A-8CAD-49FF-97DF-05D5F95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6FB70E8-532D-458B-B4FD-F090CCA7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685FA43-8060-426D-8065-679FF21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D5E9F0-3C40-46D4-B4F8-94D115EC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ACA25F-AB88-4BFD-BE0C-7C26E9A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77B8519-56AA-47D3-86DC-FB60589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23/28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5AE612C3-5E78-4CA7-99B6-EF970067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3AFF9D48-D892-48AB-9257-3E96654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F055B3AB-6A21-450D-85C4-18DC26B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F3E5773F-23C5-4531-8D27-17E2A9A1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E0FA93C6-4497-43F4-AE80-8C9EA9A3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channel</a:t>
            </a:r>
          </a:p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54DCA8C2-3F85-43FC-B15E-5DB4071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DA02684C-66CC-49BA-86C3-C4D9DB4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ED0D0AB8-D0D6-4709-8886-2D0A743C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4490FD0B-5A00-4CC3-9E8E-0209A69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1998395B-D921-4363-8CEC-F35DFEB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45EE26FB-07E1-4BE5-AA62-CF7596D5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2A87BEA3-7F21-4AC2-BFA9-847C3C8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2638B27E-6323-4A35-A6BB-97F0B3C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FA5DB22F-CA39-4AAF-ABB9-1986D20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DFA8E59C-F9CE-4340-8FF0-4D987F3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47E46552-09DE-470A-9C20-0CF33709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373BF490-D496-4AF1-91C2-6C6E8B75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D35168DB-1BF0-4CB3-94E6-0152331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A4EAB246-42D6-4C50-A41D-E5D76F65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FEB52318-5FEA-41AE-B022-C938CEF5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317BAC0F-67D9-477B-9531-2A96413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378748AC-627B-4DB1-80C5-6B18A02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BC2E8BC1-DFF3-4D4B-9201-FCB64DF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881CC4C5-2A6E-43F4-AF0B-8F537E44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EF004BC6-855E-4972-BA9D-8661213B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13E71613-FE28-40D5-8DBB-99F7B4EE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BB30877F-FEF1-443A-8E72-07E568BC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3A7FB535-674B-4314-BD0B-A621521A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8B1CBE63-75DA-4E44-BE51-1B2D4FA0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60B4855B-E8D0-4307-B301-921904D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6056839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F3C162A-589D-4710-854C-328A74AD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0B43B94-127E-47FE-8FAE-8F3F03A1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F66ED6B-AD77-4B0A-ABCD-38E9476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44968E-3B61-438D-8AAC-0822A6B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F58555-AE20-4122-BF3B-727AAEB0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16047B7-5E19-413D-B969-5561AE7F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24/28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B35C42CD-C956-4375-9AF7-FB8CCC2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09700"/>
            <a:ext cx="1176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B87FFB07-C6AA-4DDA-BE70-A3E9953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1185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A4CB316C-B174-4231-B4EE-C4B128A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7657C50A-46F3-4A6E-B8B2-ABEE5F6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302F798A-1CC1-427E-9561-C29D7701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5C80CF01-84B3-4172-8CEC-E633A64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7E8F82B7-990D-4E44-B102-CE80AA2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AEAA6A27-CE19-436F-AF24-35B23873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15BA6ABA-AB42-41F4-B0BA-16A2916A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241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E497F4B8-8B2C-43B7-B18A-75EB90A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24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CB1AFDD4-2C7E-43AA-A218-8CE7F171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24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C2D49FBE-DFCA-4269-844F-0642638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D2E0BAD9-C03B-4821-86C4-2D6DB5F7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EC045421-C954-4ACF-B282-3850D26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FA1833F5-1EF5-4155-9D6E-A595ED1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8D160616-D2CA-4593-91AA-2B89BB84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15001388-EB60-44E3-8452-A648C68B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766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4DA62EEB-549B-4D2E-94E0-48BC7BA3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2B871EE0-9E0B-4F15-A370-A80A854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7AC47739-C0EF-4AA8-8940-DA67E8C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0F3478B3-DFCF-4EE5-9244-2471E6E4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777B25FA-2C48-4AF5-A8B9-24DDCDA0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BEB04264-B330-4C2A-B17E-F3936CD6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F417EA33-88D3-4A8E-9937-39231FC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81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73B11933-4260-4596-897E-E7C47D5D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81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9B02BE68-7FD0-46BB-A038-8AA9B4C5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B924B17C-CF9C-4482-9009-8D40829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3520E3A6-276C-4495-BB90-5BAD5B30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27D40420-9A4E-4CF4-8F67-415D8BFD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339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B3E87D0A-8369-470E-A7D8-7A8AAA0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339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261EC394-42B9-4A68-AC7E-C8CAFBD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33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7DFD0D0E-AE70-4F0F-9441-DE08FB9C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9" name="op-div">
            <a:extLst xmlns:a="http://schemas.openxmlformats.org/drawingml/2006/main">
              <a:ext uri="{FF2B5EF4-FFF2-40B4-BE49-F238E27FC236}">
                <a16:creationId xmlns:a16="http://schemas.microsoft.com/office/drawing/2014/main" id="{145EB3F0-7F52-46B9-973B-5A95505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40" name="op-ct">
            <a:extLst xmlns:a="http://schemas.openxmlformats.org/drawingml/2006/main">
              <a:ext uri="{FF2B5EF4-FFF2-40B4-BE49-F238E27FC236}">
                <a16:creationId xmlns:a16="http://schemas.microsoft.com/office/drawing/2014/main" id="{A37E3EB3-F181-445A-86E5-3B756602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41" name="op-chart-axis">
            <a:extLst xmlns:a="http://schemas.openxmlformats.org/drawingml/2006/main">
              <a:ext uri="{FF2B5EF4-FFF2-40B4-BE49-F238E27FC236}">
                <a16:creationId xmlns:a16="http://schemas.microsoft.com/office/drawing/2014/main" id="{799CDACD-53B5-4F83-A5A8-5A12697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625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2" name="op-chart-yaxis">
            <a:extLst xmlns:a="http://schemas.openxmlformats.org/drawingml/2006/main">
              <a:ext uri="{FF2B5EF4-FFF2-40B4-BE49-F238E27FC236}">
                <a16:creationId xmlns:a16="http://schemas.microsoft.com/office/drawing/2014/main" id="{B4D149C9-5085-4092-85FA-0E7E0E2D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90875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3" name="op-chart-bar-0-0">
            <a:extLst xmlns:a="http://schemas.openxmlformats.org/drawingml/2006/main">
              <a:ext uri="{FF2B5EF4-FFF2-40B4-BE49-F238E27FC236}">
                <a16:creationId xmlns:a16="http://schemas.microsoft.com/office/drawing/2014/main" id="{8E19CA2A-438F-4573-9353-5E26FFE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94125"/>
            <a:ext cx="4191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p-chart-val-0-0">
            <a:extLst xmlns:a="http://schemas.openxmlformats.org/drawingml/2006/main">
              <a:ext uri="{FF2B5EF4-FFF2-40B4-BE49-F238E27FC236}">
                <a16:creationId xmlns:a16="http://schemas.microsoft.com/office/drawing/2014/main" id="{E88D397A-E191-4631-802C-3E48D5A0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036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186A6"/>
                </a:solidFill>
              </a:defRPr>
            </a:pPr>
            <a:r>
              <a:rPr sz="825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45" name="op-chart-cat-0">
            <a:extLst xmlns:a="http://schemas.openxmlformats.org/drawingml/2006/main">
              <a:ext uri="{FF2B5EF4-FFF2-40B4-BE49-F238E27FC236}">
                <a16:creationId xmlns:a16="http://schemas.microsoft.com/office/drawing/2014/main" id="{D64605BC-ADF9-4B35-A744-41426BF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46" name="op-chart-bar-1-0">
            <a:extLst xmlns:a="http://schemas.openxmlformats.org/drawingml/2006/main">
              <a:ext uri="{FF2B5EF4-FFF2-40B4-BE49-F238E27FC236}">
                <a16:creationId xmlns:a16="http://schemas.microsoft.com/office/drawing/2014/main" id="{7685FDCA-50C3-49BA-92C7-A9BCD11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601085"/>
            <a:ext cx="419100" cy="136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p-chart-val-1-0">
            <a:extLst xmlns:a="http://schemas.openxmlformats.org/drawingml/2006/main">
              <a:ext uri="{FF2B5EF4-FFF2-40B4-BE49-F238E27FC236}">
                <a16:creationId xmlns:a16="http://schemas.microsoft.com/office/drawing/2014/main" id="{808286D6-DDBA-4EEA-ACDF-35096B4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41058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186A6"/>
                </a:solidFill>
              </a:defRPr>
            </a:pPr>
            <a:r>
              <a:rPr sz="825" b="1">
                <a:solidFill>
                  <a:srgbClr val="7186A6"/>
                </a:solidFill>
              </a:rPr>
              <a:t>53.6%</a:t>
            </a:r>
          </a:p>
        </p:txBody>
      </p:sp>
      <p:sp>
        <p:nvSpPr>
          <p:cNvPr id="48" name="op-chart-cat-1">
            <a:extLst xmlns:a="http://schemas.openxmlformats.org/drawingml/2006/main">
              <a:ext uri="{FF2B5EF4-FFF2-40B4-BE49-F238E27FC236}">
                <a16:creationId xmlns:a16="http://schemas.microsoft.com/office/drawing/2014/main" id="{696167C2-BA31-4D12-9C96-6BF5C34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After avg</a:t>
            </a:r>
          </a:p>
        </p:txBody>
      </p:sp>
    </p:spTree>
    <p:extLst>
      <p:ext uri="{BB962C8B-B14F-4D97-AF65-F5344CB8AC3E}">
        <p14:creationId xmlns:p14="http://schemas.microsoft.com/office/powerpoint/2010/main" val="1912379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FF20391-14BA-4406-99E7-61EFDADE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FE5A1A3-F9AA-4715-A46F-2508E137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6D14151-5288-4723-B216-182E3ECF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4B0F50-9EC8-45F5-AF00-E8E83E46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274D3CB-2842-4CA6-9FC0-97DC5FDA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2770050-859E-4BCB-939B-A5B16DA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25/28</a:t>
            </a:r>
          </a:p>
        </p:txBody>
      </p:sp>
      <p:sp>
        <p:nvSpPr>
          <p:cNvPr id="7" name="uc-n-0">
            <a:extLst xmlns:a="http://schemas.openxmlformats.org/drawingml/2006/main">
              <a:ext uri="{FF2B5EF4-FFF2-40B4-BE49-F238E27FC236}">
                <a16:creationId xmlns:a16="http://schemas.microsoft.com/office/drawing/2014/main" id="{4D9A30F2-5DFE-4EB6-BC93-441D1E9E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uc-row-0">
            <a:extLst xmlns:a="http://schemas.openxmlformats.org/drawingml/2006/main">
              <a:ext uri="{FF2B5EF4-FFF2-40B4-BE49-F238E27FC236}">
                <a16:creationId xmlns:a16="http://schemas.microsoft.com/office/drawing/2014/main" id="{531E9B0F-2732-468B-B6F0-F6590503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049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9" name="uc-line-0">
            <a:extLst xmlns:a="http://schemas.openxmlformats.org/drawingml/2006/main">
              <a:ext uri="{FF2B5EF4-FFF2-40B4-BE49-F238E27FC236}">
                <a16:creationId xmlns:a16="http://schemas.microsoft.com/office/drawing/2014/main" id="{AB57908B-F0DB-440F-BAC6-A3C66690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621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uc-n-1">
            <a:extLst xmlns:a="http://schemas.openxmlformats.org/drawingml/2006/main">
              <a:ext uri="{FF2B5EF4-FFF2-40B4-BE49-F238E27FC236}">
                <a16:creationId xmlns:a16="http://schemas.microsoft.com/office/drawing/2014/main" id="{A0F96037-1481-4AE6-9452-9AB839B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uc-row-1">
            <a:extLst xmlns:a="http://schemas.openxmlformats.org/drawingml/2006/main">
              <a:ext uri="{FF2B5EF4-FFF2-40B4-BE49-F238E27FC236}">
                <a16:creationId xmlns:a16="http://schemas.microsoft.com/office/drawing/2014/main" id="{47B39957-F95C-488D-91FA-7D60EF9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241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2" name="uc-line-1">
            <a:extLst xmlns:a="http://schemas.openxmlformats.org/drawingml/2006/main">
              <a:ext uri="{FF2B5EF4-FFF2-40B4-BE49-F238E27FC236}">
                <a16:creationId xmlns:a16="http://schemas.microsoft.com/office/drawing/2014/main" id="{471269CA-EAEB-4979-9EA2-DF932A32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uc-n-2">
            <a:extLst xmlns:a="http://schemas.openxmlformats.org/drawingml/2006/main">
              <a:ext uri="{FF2B5EF4-FFF2-40B4-BE49-F238E27FC236}">
                <a16:creationId xmlns:a16="http://schemas.microsoft.com/office/drawing/2014/main" id="{9511F48D-C2F0-47FE-B48A-C135497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uc-row-2">
            <a:extLst xmlns:a="http://schemas.openxmlformats.org/drawingml/2006/main">
              <a:ext uri="{FF2B5EF4-FFF2-40B4-BE49-F238E27FC236}">
                <a16:creationId xmlns:a16="http://schemas.microsoft.com/office/drawing/2014/main" id="{41FE7E5A-E70D-4A99-8C02-ED99DE13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5" name="uc-line-2">
            <a:extLst xmlns:a="http://schemas.openxmlformats.org/drawingml/2006/main">
              <a:ext uri="{FF2B5EF4-FFF2-40B4-BE49-F238E27FC236}">
                <a16:creationId xmlns:a16="http://schemas.microsoft.com/office/drawing/2014/main" id="{6B17A8B1-303E-4C14-941C-A6290F7B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uc-n-3">
            <a:extLst xmlns:a="http://schemas.openxmlformats.org/drawingml/2006/main">
              <a:ext uri="{FF2B5EF4-FFF2-40B4-BE49-F238E27FC236}">
                <a16:creationId xmlns:a16="http://schemas.microsoft.com/office/drawing/2014/main" id="{BF19D585-E468-46D2-A9E2-69183E9A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81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uc-row-3">
            <a:extLst xmlns:a="http://schemas.openxmlformats.org/drawingml/2006/main">
              <a:ext uri="{FF2B5EF4-FFF2-40B4-BE49-F238E27FC236}">
                <a16:creationId xmlns:a16="http://schemas.microsoft.com/office/drawing/2014/main" id="{7952D388-86CB-4A9A-A018-D1F2C1E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624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8" name="uc-line-3">
            <a:extLst xmlns:a="http://schemas.openxmlformats.org/drawingml/2006/main">
              <a:ext uri="{FF2B5EF4-FFF2-40B4-BE49-F238E27FC236}">
                <a16:creationId xmlns:a16="http://schemas.microsoft.com/office/drawing/2014/main" id="{95AAFD3A-DAB1-43A6-A752-846F170B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uc-n-4">
            <a:extLst xmlns:a="http://schemas.openxmlformats.org/drawingml/2006/main">
              <a:ext uri="{FF2B5EF4-FFF2-40B4-BE49-F238E27FC236}">
                <a16:creationId xmlns:a16="http://schemas.microsoft.com/office/drawing/2014/main" id="{5C750953-24CB-491E-9F10-11F0CA5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00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uc-row-4">
            <a:extLst xmlns:a="http://schemas.openxmlformats.org/drawingml/2006/main">
              <a:ext uri="{FF2B5EF4-FFF2-40B4-BE49-F238E27FC236}">
                <a16:creationId xmlns:a16="http://schemas.microsoft.com/office/drawing/2014/main" id="{3311EAB0-AE1C-4F53-9DA8-89A95BB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815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21" name="uc-line-4">
            <a:extLst xmlns:a="http://schemas.openxmlformats.org/drawingml/2006/main">
              <a:ext uri="{FF2B5EF4-FFF2-40B4-BE49-F238E27FC236}">
                <a16:creationId xmlns:a16="http://schemas.microsoft.com/office/drawing/2014/main" id="{06BB5E17-7A68-40A1-AA73-CA8CD94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3875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uc-n-5">
            <a:extLst xmlns:a="http://schemas.openxmlformats.org/drawingml/2006/main">
              <a:ext uri="{FF2B5EF4-FFF2-40B4-BE49-F238E27FC236}">
                <a16:creationId xmlns:a16="http://schemas.microsoft.com/office/drawing/2014/main" id="{8C7FECC4-4BE9-42D7-A8C3-3B613EC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uc-row-5">
            <a:extLst xmlns:a="http://schemas.openxmlformats.org/drawingml/2006/main">
              <a:ext uri="{FF2B5EF4-FFF2-40B4-BE49-F238E27FC236}">
                <a16:creationId xmlns:a16="http://schemas.microsoft.com/office/drawing/2014/main" id="{D53973BE-BD31-4217-9ABD-1D664B8C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24" name="uc-line-5">
            <a:extLst xmlns:a="http://schemas.openxmlformats.org/drawingml/2006/main">
              <a:ext uri="{FF2B5EF4-FFF2-40B4-BE49-F238E27FC236}">
                <a16:creationId xmlns:a16="http://schemas.microsoft.com/office/drawing/2014/main" id="{67658AE9-D47C-4806-9686-05BFB0CC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57900"/>
            <a:ext cx="1128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73282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876B7F7-319F-471E-BE7D-5A61D0D9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D8C01CF-778B-4E64-A1A1-72FD5E3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1605763-F982-4C8A-874D-506CDF5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AC52F6-E3BA-43EF-A62A-2561E4E6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Contributions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56B9E3-FA9F-4069-A79D-9AFAA197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88F0839-2121-4942-BDD4-ACE35313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26/28</a:t>
            </a:r>
          </a:p>
        </p:txBody>
      </p:sp>
      <p:sp>
        <p:nvSpPr>
          <p:cNvPr id="7" name="n-1">
            <a:extLst xmlns:a="http://schemas.openxmlformats.org/drawingml/2006/main">
              <a:ext uri="{FF2B5EF4-FFF2-40B4-BE49-F238E27FC236}">
                <a16:creationId xmlns:a16="http://schemas.microsoft.com/office/drawing/2014/main" id="{BC1BFBA5-9433-46B8-BD84-5E4D581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b-1">
            <a:extLst xmlns:a="http://schemas.openxmlformats.org/drawingml/2006/main">
              <a:ext uri="{FF2B5EF4-FFF2-40B4-BE49-F238E27FC236}">
                <a16:creationId xmlns:a16="http://schemas.microsoft.com/office/drawing/2014/main" id="{E64B253C-7A29-4BAA-BE0E-11D45D1A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76450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deployable selector</a:t>
            </a:r>
            <a:r>
              <a:rPr>
                <a:solidFill>
                  <a:srgbClr val="5C6A7F"/>
                </a:solidFill>
              </a:rPr>
              <a:t> A compact pipeline combines sixteen O(n) structural features with a gradient-boosted classifier.</a:t>
            </a:r>
          </a:p>
        </p:txBody>
      </p:sp>
      <p:sp>
        <p:nvSpPr>
          <p:cNvPr id="9" name="b-line-1">
            <a:extLst xmlns:a="http://schemas.openxmlformats.org/drawingml/2006/main">
              <a:ext uri="{FF2B5EF4-FFF2-40B4-BE49-F238E27FC236}">
                <a16:creationId xmlns:a16="http://schemas.microsoft.com/office/drawing/2014/main" id="{EDB1AB98-B21B-41D5-9D70-F1594C3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0" name="n-2">
            <a:extLst xmlns:a="http://schemas.openxmlformats.org/drawingml/2006/main">
              <a:ext uri="{FF2B5EF4-FFF2-40B4-BE49-F238E27FC236}">
                <a16:creationId xmlns:a16="http://schemas.microsoft.com/office/drawing/2014/main" id="{0701D13E-889C-4C0D-B785-639E757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b-2">
            <a:extLst xmlns:a="http://schemas.openxmlformats.org/drawingml/2006/main">
              <a:ext uri="{FF2B5EF4-FFF2-40B4-BE49-F238E27FC236}">
                <a16:creationId xmlns:a16="http://schemas.microsoft.com/office/drawing/2014/main" id="{A9EBA652-63FC-4886-8A8C-31510E44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57575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rigorous evaluation framework</a:t>
            </a:r>
            <a:r>
              <a:rPr>
                <a:solidFill>
                  <a:srgbClr val="5C6A7F"/>
                </a:solidFill>
              </a:rPr>
              <a:t> Source-level separation, near-tie filtering, LODO testing, and regret metrics give a stronger view than accuracy alone.</a:t>
            </a:r>
          </a:p>
        </p:txBody>
      </p:sp>
      <p:sp>
        <p:nvSpPr>
          <p:cNvPr id="12" name="b-line-2">
            <a:extLst xmlns:a="http://schemas.openxmlformats.org/drawingml/2006/main">
              <a:ext uri="{FF2B5EF4-FFF2-40B4-BE49-F238E27FC236}">
                <a16:creationId xmlns:a16="http://schemas.microsoft.com/office/drawing/2014/main" id="{755264F1-E8A7-4DDF-B1BE-62B759EA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3382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3" name="n-3">
            <a:extLst xmlns:a="http://schemas.openxmlformats.org/drawingml/2006/main">
              <a:ext uri="{FF2B5EF4-FFF2-40B4-BE49-F238E27FC236}">
                <a16:creationId xmlns:a16="http://schemas.microsoft.com/office/drawing/2014/main" id="{C0F87566-49E8-4918-986E-9A973575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b-3">
            <a:extLst xmlns:a="http://schemas.openxmlformats.org/drawingml/2006/main">
              <a:ext uri="{FF2B5EF4-FFF2-40B4-BE49-F238E27FC236}">
                <a16:creationId xmlns:a16="http://schemas.microsoft.com/office/drawing/2014/main" id="{72790667-F925-4CC6-A747-EEDAEB1A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1015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 reproducible artifact</a:t>
            </a:r>
            <a:r>
              <a:rPr>
                <a:solidFill>
                  <a:srgbClr val="5C6A7F"/>
                </a:solidFill>
              </a:rPr>
              <a:t> One source-of-truth feature extractor, data pipeline, and exported XGBoost JSON / ONNX models support replication.</a:t>
            </a:r>
          </a:p>
        </p:txBody>
      </p:sp>
      <p:sp>
        <p:nvSpPr>
          <p:cNvPr id="15" name="b-line-3">
            <a:extLst xmlns:a="http://schemas.openxmlformats.org/drawingml/2006/main">
              <a:ext uri="{FF2B5EF4-FFF2-40B4-BE49-F238E27FC236}">
                <a16:creationId xmlns:a16="http://schemas.microsoft.com/office/drawing/2014/main" id="{74148050-8058-4EF2-8893-F8C6BE87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52322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C1760E6-8AC5-4821-A63E-39F02AE3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1144496-840C-4E25-A674-70897D61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15461D5-CC74-4D75-B9FD-53C99B6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436087-9A40-43C3-892D-3AB16EAC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Limitations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123C35-9466-4401-BE86-04D7FDF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55CE1AF-3481-490C-B35A-0525DDD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27/28</a:t>
            </a:r>
          </a:p>
        </p:txBody>
      </p:sp>
      <p:sp>
        <p:nvSpPr>
          <p:cNvPr id="7" name="lim-left-title">
            <a:extLst xmlns:a="http://schemas.openxmlformats.org/drawingml/2006/main">
              <a:ext uri="{FF2B5EF4-FFF2-40B4-BE49-F238E27FC236}">
                <a16:creationId xmlns:a16="http://schemas.microsoft.com/office/drawing/2014/main" id="{EA788096-9EE9-4A4C-9A16-F777E81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Limitations</a:t>
            </a:r>
          </a:p>
        </p:txBody>
      </p:sp>
      <p:sp>
        <p:nvSpPr>
          <p:cNvPr id="8" name="lim-right-title">
            <a:extLst xmlns:a="http://schemas.openxmlformats.org/drawingml/2006/main">
              <a:ext uri="{FF2B5EF4-FFF2-40B4-BE49-F238E27FC236}">
                <a16:creationId xmlns:a16="http://schemas.microsoft.com/office/drawing/2014/main" id="{3338F607-1590-41A8-8BFC-16F818E2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Future work</a:t>
            </a:r>
          </a:p>
        </p:txBody>
      </p:sp>
      <p:sp>
        <p:nvSpPr>
          <p:cNvPr id="9" name="n-1">
            <a:extLst xmlns:a="http://schemas.openxmlformats.org/drawingml/2006/main">
              <a:ext uri="{FF2B5EF4-FFF2-40B4-BE49-F238E27FC236}">
                <a16:creationId xmlns:a16="http://schemas.microsoft.com/office/drawing/2014/main" id="{00658ECE-7CEB-4E1B-87DC-79CE162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0" name="b-1">
            <a:extLst xmlns:a="http://schemas.openxmlformats.org/drawingml/2006/main">
              <a:ext uri="{FF2B5EF4-FFF2-40B4-BE49-F238E27FC236}">
                <a16:creationId xmlns:a16="http://schemas.microsoft.com/office/drawing/2014/main" id="{0992F38C-772C-4FA5-A627-B668C1B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19325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portfolio limited to three C-level comparison sorts</a:t>
            </a:r>
          </a:p>
        </p:txBody>
      </p:sp>
      <p:sp>
        <p:nvSpPr>
          <p:cNvPr id="11" name="b-line-1">
            <a:extLst xmlns:a="http://schemas.openxmlformats.org/drawingml/2006/main">
              <a:ext uri="{FF2B5EF4-FFF2-40B4-BE49-F238E27FC236}">
                <a16:creationId xmlns:a16="http://schemas.microsoft.com/office/drawing/2014/main" id="{3DAA694F-3FF2-4AF5-AAC5-6F38EC3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95575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2" name="n-2">
            <a:extLst xmlns:a="http://schemas.openxmlformats.org/drawingml/2006/main">
              <a:ext uri="{FF2B5EF4-FFF2-40B4-BE49-F238E27FC236}">
                <a16:creationId xmlns:a16="http://schemas.microsoft.com/office/drawing/2014/main" id="{4E47A95B-D33F-408E-B824-3023E26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3" name="b-2">
            <a:extLst xmlns:a="http://schemas.openxmlformats.org/drawingml/2006/main">
              <a:ext uri="{FF2B5EF4-FFF2-40B4-BE49-F238E27FC236}">
                <a16:creationId xmlns:a16="http://schemas.microsoft.com/office/drawing/2014/main" id="{C51D8E8B-C40F-4A7E-966A-8621089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24200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absolute regret tied to one hardware/software environment</a:t>
            </a:r>
          </a:p>
        </p:txBody>
      </p:sp>
      <p:sp>
        <p:nvSpPr>
          <p:cNvPr id="14" name="b-line-2">
            <a:extLst xmlns:a="http://schemas.openxmlformats.org/drawingml/2006/main">
              <a:ext uri="{FF2B5EF4-FFF2-40B4-BE49-F238E27FC236}">
                <a16:creationId xmlns:a16="http://schemas.microsoft.com/office/drawing/2014/main" id="{0ED1837A-1B5D-47FF-A9BD-26F96CF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5" name="n-3">
            <a:extLst xmlns:a="http://schemas.openxmlformats.org/drawingml/2006/main">
              <a:ext uri="{FF2B5EF4-FFF2-40B4-BE49-F238E27FC236}">
                <a16:creationId xmlns:a16="http://schemas.microsoft.com/office/drawing/2014/main" id="{A3844EAC-86B9-4255-9DA9-F18E81A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6" name="b-3">
            <a:extLst xmlns:a="http://schemas.openxmlformats.org/drawingml/2006/main">
              <a:ext uri="{FF2B5EF4-FFF2-40B4-BE49-F238E27FC236}">
                <a16:creationId xmlns:a16="http://schemas.microsoft.com/office/drawing/2014/main" id="{DAE14B27-B874-4623-A121-03CB1D9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source-aware split lowers performance, so deployment needs domain testing</a:t>
            </a:r>
          </a:p>
        </p:txBody>
      </p:sp>
      <p:sp>
        <p:nvSpPr>
          <p:cNvPr id="17" name="b-line-3">
            <a:extLst xmlns:a="http://schemas.openxmlformats.org/drawingml/2006/main">
              <a:ext uri="{FF2B5EF4-FFF2-40B4-BE49-F238E27FC236}">
                <a16:creationId xmlns:a16="http://schemas.microsoft.com/office/drawing/2014/main" id="{060B68A7-A3DA-4AFC-97AB-05F9AEC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5325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8" name="n-4">
            <a:extLst xmlns:a="http://schemas.openxmlformats.org/drawingml/2006/main">
              <a:ext uri="{FF2B5EF4-FFF2-40B4-BE49-F238E27FC236}">
                <a16:creationId xmlns:a16="http://schemas.microsoft.com/office/drawing/2014/main" id="{CCBC155B-5123-4E26-A883-E2CBEC54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9" name="b-4">
            <a:extLst xmlns:a="http://schemas.openxmlformats.org/drawingml/2006/main">
              <a:ext uri="{FF2B5EF4-FFF2-40B4-BE49-F238E27FC236}">
                <a16:creationId xmlns:a16="http://schemas.microsoft.com/office/drawing/2014/main" id="{D2196445-4139-4307-9AF7-3F65D17E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33950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feature extraction becomes unprofitable below about 1,000 elements</a:t>
            </a:r>
          </a:p>
        </p:txBody>
      </p:sp>
      <p:sp>
        <p:nvSpPr>
          <p:cNvPr id="20" name="b-line-4">
            <a:extLst xmlns:a="http://schemas.openxmlformats.org/drawingml/2006/main">
              <a:ext uri="{FF2B5EF4-FFF2-40B4-BE49-F238E27FC236}">
                <a16:creationId xmlns:a16="http://schemas.microsoft.com/office/drawing/2014/main" id="{2969AE7F-52EC-4DF1-A459-75F4178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1" name="n-5">
            <a:extLst xmlns:a="http://schemas.openxmlformats.org/drawingml/2006/main">
              <a:ext uri="{FF2B5EF4-FFF2-40B4-BE49-F238E27FC236}">
                <a16:creationId xmlns:a16="http://schemas.microsoft.com/office/drawing/2014/main" id="{CA66D9F4-C403-4DA7-B2AB-555F62CE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2" name="b-5">
            <a:extLst xmlns:a="http://schemas.openxmlformats.org/drawingml/2006/main">
              <a:ext uri="{FF2B5EF4-FFF2-40B4-BE49-F238E27FC236}">
                <a16:creationId xmlns:a16="http://schemas.microsoft.com/office/drawing/2014/main" id="{5C6FF805-B515-4719-ACCF-D71BAC31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1932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larger portfolios: Powersort, radix/bucket/quads, SIMD/GPU sorts</a:t>
            </a:r>
          </a:p>
        </p:txBody>
      </p:sp>
      <p:sp>
        <p:nvSpPr>
          <p:cNvPr id="23" name="b-line-5">
            <a:extLst xmlns:a="http://schemas.openxmlformats.org/drawingml/2006/main">
              <a:ext uri="{FF2B5EF4-FFF2-40B4-BE49-F238E27FC236}">
                <a16:creationId xmlns:a16="http://schemas.microsoft.com/office/drawing/2014/main" id="{AD7C026D-477E-4A85-84F5-A606F2F8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9557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4" name="n-6">
            <a:extLst xmlns:a="http://schemas.openxmlformats.org/drawingml/2006/main">
              <a:ext uri="{FF2B5EF4-FFF2-40B4-BE49-F238E27FC236}">
                <a16:creationId xmlns:a16="http://schemas.microsoft.com/office/drawing/2014/main" id="{6E65D204-1F1F-42F8-8185-B7AE873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5" name="b-6">
            <a:extLst xmlns:a="http://schemas.openxmlformats.org/drawingml/2006/main">
              <a:ext uri="{FF2B5EF4-FFF2-40B4-BE49-F238E27FC236}">
                <a16:creationId xmlns:a16="http://schemas.microsoft.com/office/drawing/2014/main" id="{0C655927-A0A9-4862-89B2-D2E1F09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stricter channel-level routing evaluation</a:t>
            </a:r>
          </a:p>
        </p:txBody>
      </p:sp>
      <p:sp>
        <p:nvSpPr>
          <p:cNvPr id="26" name="b-line-6">
            <a:extLst xmlns:a="http://schemas.openxmlformats.org/drawingml/2006/main">
              <a:ext uri="{FF2B5EF4-FFF2-40B4-BE49-F238E27FC236}">
                <a16:creationId xmlns:a16="http://schemas.microsoft.com/office/drawing/2014/main" id="{4C804D5A-9B53-42C7-AF6D-3995220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7" name="n-7">
            <a:extLst xmlns:a="http://schemas.openxmlformats.org/drawingml/2006/main">
              <a:ext uri="{FF2B5EF4-FFF2-40B4-BE49-F238E27FC236}">
                <a16:creationId xmlns:a16="http://schemas.microsoft.com/office/drawing/2014/main" id="{532C3020-33A4-426C-8664-96B7DAC4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07</a:t>
            </a:r>
          </a:p>
        </p:txBody>
      </p:sp>
      <p:sp>
        <p:nvSpPr>
          <p:cNvPr id="28" name="b-7">
            <a:extLst xmlns:a="http://schemas.openxmlformats.org/drawingml/2006/main">
              <a:ext uri="{FF2B5EF4-FFF2-40B4-BE49-F238E27FC236}">
                <a16:creationId xmlns:a16="http://schemas.microsoft.com/office/drawing/2014/main" id="{E08EF21B-183B-4F36-AD92-8EF9CF48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2907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domain embeddings for source-aware generalisation</a:t>
            </a:r>
          </a:p>
        </p:txBody>
      </p:sp>
      <p:sp>
        <p:nvSpPr>
          <p:cNvPr id="29" name="b-line-7">
            <a:extLst xmlns:a="http://schemas.openxmlformats.org/drawingml/2006/main">
              <a:ext uri="{FF2B5EF4-FFF2-40B4-BE49-F238E27FC236}">
                <a16:creationId xmlns:a16="http://schemas.microsoft.com/office/drawing/2014/main" id="{7736D8E5-C011-4905-AA7A-A326AB0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05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30" name="n-8">
            <a:extLst xmlns:a="http://schemas.openxmlformats.org/drawingml/2006/main">
              <a:ext uri="{FF2B5EF4-FFF2-40B4-BE49-F238E27FC236}">
                <a16:creationId xmlns:a16="http://schemas.microsoft.com/office/drawing/2014/main" id="{73795473-22AB-4C31-800D-5F1195A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08</a:t>
            </a:r>
          </a:p>
        </p:txBody>
      </p:sp>
      <p:sp>
        <p:nvSpPr>
          <p:cNvPr id="31" name="b-8">
            <a:extLst xmlns:a="http://schemas.openxmlformats.org/drawingml/2006/main">
              <a:ext uri="{FF2B5EF4-FFF2-40B4-BE49-F238E27FC236}">
                <a16:creationId xmlns:a16="http://schemas.microsoft.com/office/drawing/2014/main" id="{66DEB949-54FB-423B-B1C6-024AA5CA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/>
            </a:r>
            <a:r>
              <a:rPr>
                <a:solidFill>
                  <a:srgbClr val="5C6A7F"/>
                </a:solidFill>
              </a:rPr>
              <a:t> cross-platform deployment with feature-extraction overhead</a:t>
            </a:r>
          </a:p>
        </p:txBody>
      </p:sp>
      <p:sp>
        <p:nvSpPr>
          <p:cNvPr id="32" name="b-line-8">
            <a:extLst xmlns:a="http://schemas.openxmlformats.org/drawingml/2006/main">
              <a:ext uri="{FF2B5EF4-FFF2-40B4-BE49-F238E27FC236}">
                <a16:creationId xmlns:a16="http://schemas.microsoft.com/office/drawing/2014/main" id="{5F9A6779-18F7-442B-AFDD-3DACD38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10200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40398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2150D70-AB68-496A-A947-28B8FAAC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A90A85F-351B-4091-B7DF-0F7B1F04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581CE55-BC69-44DA-9121-45CA4BCE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43E8DD6-B51D-43F8-AF06-78A9B6C9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28/28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79A82CF8-15A5-4462-9B69-0A333B2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</a:defRPr>
            </a:pPr>
            <a:r>
              <a:rPr sz="3600">
                <a:solidFill>
                  <a:srgbClr val="17171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0362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2026-07-06T08:16:00.6950000Z</dcterms:created>
  <dcterms:modified xsi:type="dcterms:W3CDTF">2026-07-06T08:16:00.6950000Z</dcterms:modified>
</coreProperties>
</file>