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7315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Leave-one-domain-out tests whether structure transfers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D8E0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298448"/>
            <a:ext cx="10149840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444752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C16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on four domains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29000" y="1572768"/>
            <a:ext cx="594360" cy="0"/>
          </a:xfrm>
          <a:prstGeom prst="line">
            <a:avLst/>
          </a:prstGeom>
          <a:noFill/>
          <a:ln w="27940">
            <a:solidFill>
              <a:srgbClr val="F4511E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114800" y="1444752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C16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Hold out one domain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2784" y="1572768"/>
            <a:ext cx="594360" cy="0"/>
          </a:xfrm>
          <a:prstGeom prst="line">
            <a:avLst/>
          </a:prstGeom>
          <a:noFill/>
          <a:ln w="27940">
            <a:solidFill>
              <a:srgbClr val="F4511E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967728" y="1444752"/>
            <a:ext cx="2057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C16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on unseen arrays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25712" y="1572768"/>
            <a:ext cx="594360" cy="0"/>
          </a:xfrm>
          <a:prstGeom prst="line">
            <a:avLst/>
          </a:prstGeom>
          <a:noFill/>
          <a:ln w="27940">
            <a:solidFill>
              <a:srgbClr val="F4511E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802368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C16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 runtime gap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2148840"/>
            <a:ext cx="105613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331720"/>
            <a:ext cx="3749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Held-out domain performance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51560" y="2633472"/>
            <a:ext cx="8961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selector keeps high runtime-gap closure even when a full source domain is hidden from training.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2807208"/>
            <a:ext cx="685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D7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921240" y="2807208"/>
            <a:ext cx="777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9BD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closed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136392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Crypto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148840" y="3063240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48840" y="3063240"/>
            <a:ext cx="5920740" cy="137160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48840" y="3246120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3246120"/>
            <a:ext cx="6096671" cy="1371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24444" y="3044952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87.5%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00375" y="3227832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90.1%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3575304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Earthquake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148840" y="3502152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48840" y="3502152"/>
            <a:ext cx="5555346" cy="137160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48840" y="3685032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48840" y="3685032"/>
            <a:ext cx="6428232" cy="1371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59050" y="3483864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82.1%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31936" y="3666744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95.0%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1560" y="4014216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F1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148840" y="3941064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48840" y="3941064"/>
            <a:ext cx="6008705" cy="137160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48840" y="4123944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48840" y="4123944"/>
            <a:ext cx="5108753" cy="1371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12409" y="3922776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88.8%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2457" y="4105656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75.5%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51560" y="4453128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Stock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148840" y="4379976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48840" y="4379976"/>
            <a:ext cx="5954573" cy="137160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48840" y="4562856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48840" y="4562856"/>
            <a:ext cx="6137270" cy="1371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58277" y="4361688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88.0%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40974" y="4544568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90.7%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51560" y="489204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2148840" y="4818888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48840" y="4818888"/>
            <a:ext cx="4100535" cy="137160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48840" y="5001768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48840" y="5001768"/>
            <a:ext cx="6069604" cy="1371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4239" y="4800600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60.6%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273308" y="4983480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89.7%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148840" y="5394960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66544" y="5486400"/>
            <a:ext cx="201168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840480" y="5394960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58184" y="5486400"/>
            <a:ext cx="201168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532120" y="5394960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49824" y="5486400"/>
            <a:ext cx="201168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223760" y="5394960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41464" y="5486400"/>
            <a:ext cx="201168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915400" y="5394960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833104" y="5486400"/>
            <a:ext cx="201168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417320" y="5989320"/>
            <a:ext cx="9372600" cy="420624"/>
          </a:xfrm>
          <a:prstGeom prst="roundRect">
            <a:avLst>
              <a:gd name="adj" fmla="val 17391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600200" y="6099048"/>
            <a:ext cx="9006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C16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Interpretation: this supports cross-domain robustness, but it is not a claim of perfect generalization.</a:t>
            </a:r>
            <a:endParaRPr lang="en-US" sz="1700" dirty="0"/>
          </a:p>
        </p:txBody>
      </p:sp>
      <p:sp>
        <p:nvSpPr>
          <p:cNvPr id="67" name="Text 65"/>
          <p:cNvSpPr/>
          <p:nvPr/>
        </p:nvSpPr>
        <p:spPr>
          <a:xfrm>
            <a:off x="11484864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1/1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2026-07-06T19:33:20Z</dcterms:created>
  <dcterms:modified xsi:type="dcterms:W3CDTF">2026-07-06T19:33:20Z</dcterms:modified>
</cp:coreProperties>
</file>