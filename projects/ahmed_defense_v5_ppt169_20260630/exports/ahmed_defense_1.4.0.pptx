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b30d249e64ffe" /><Relationship Type="http://schemas.openxmlformats.org/officeDocument/2006/relationships/extended-properties" Target="/docProps/app.xml" Id="R2003e52289bd49d8" /><Relationship Type="http://schemas.openxmlformats.org/officeDocument/2006/relationships/officeDocument" Target="/ppt/presentation.xml" Id="Rd21ed1a5ce2647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748afed1674b79"/>
  </p:sldMasterIdLst>
  <p:notesMasterIdLst>
    <p:notesMasterId xmlns:r="http://schemas.openxmlformats.org/officeDocument/2006/relationships" r:id="R3ee9dc6509e743b5"/>
  </p:notesMasterIdLst>
  <p:sldIdLst>
    <p:sldId xmlns:r="http://schemas.openxmlformats.org/officeDocument/2006/relationships" id="256" r:id="Rd6111a93ee194dda"/>
    <p:sldId xmlns:r="http://schemas.openxmlformats.org/officeDocument/2006/relationships" id="257" r:id="Rb67e267fa75a4d92"/>
    <p:sldId xmlns:r="http://schemas.openxmlformats.org/officeDocument/2006/relationships" id="258" r:id="R9b8a221ad4634395"/>
    <p:sldId xmlns:r="http://schemas.openxmlformats.org/officeDocument/2006/relationships" id="259" r:id="Recbf634f34ac4661"/>
    <p:sldId xmlns:r="http://schemas.openxmlformats.org/officeDocument/2006/relationships" id="260" r:id="R55cfb4fdbb9d4da3"/>
    <p:sldId xmlns:r="http://schemas.openxmlformats.org/officeDocument/2006/relationships" id="261" r:id="Re0b042f37cac4f5b"/>
    <p:sldId xmlns:r="http://schemas.openxmlformats.org/officeDocument/2006/relationships" id="262" r:id="Rbad02b3aa5ea4092"/>
    <p:sldId xmlns:r="http://schemas.openxmlformats.org/officeDocument/2006/relationships" id="263" r:id="Ra032064e28b941b3"/>
    <p:sldId xmlns:r="http://schemas.openxmlformats.org/officeDocument/2006/relationships" id="264" r:id="Re6f0acfc196f4fc6"/>
    <p:sldId xmlns:r="http://schemas.openxmlformats.org/officeDocument/2006/relationships" id="265" r:id="R5bbf610467654f32"/>
    <p:sldId xmlns:r="http://schemas.openxmlformats.org/officeDocument/2006/relationships" id="266" r:id="Ra9c7651fdbd74708"/>
    <p:sldId xmlns:r="http://schemas.openxmlformats.org/officeDocument/2006/relationships" id="267" r:id="R0e55aae9a13447b8"/>
    <p:sldId xmlns:r="http://schemas.openxmlformats.org/officeDocument/2006/relationships" id="268" r:id="R638b83f50d244dce"/>
    <p:sldId xmlns:r="http://schemas.openxmlformats.org/officeDocument/2006/relationships" id="269" r:id="Rd986b2c8ee434b13"/>
    <p:sldId xmlns:r="http://schemas.openxmlformats.org/officeDocument/2006/relationships" id="270" r:id="Rc1e98f09c63b4feb"/>
    <p:sldId xmlns:r="http://schemas.openxmlformats.org/officeDocument/2006/relationships" id="271" r:id="R1e8410526d12420b"/>
    <p:sldId xmlns:r="http://schemas.openxmlformats.org/officeDocument/2006/relationships" id="272" r:id="Re20023e10c324446"/>
    <p:sldId xmlns:r="http://schemas.openxmlformats.org/officeDocument/2006/relationships" id="273" r:id="Rd6bdaadd213f494d"/>
    <p:sldId xmlns:r="http://schemas.openxmlformats.org/officeDocument/2006/relationships" id="274" r:id="Rc604560a4a5c4e22"/>
    <p:sldId xmlns:r="http://schemas.openxmlformats.org/officeDocument/2006/relationships" id="275" r:id="R930495a630504f1f"/>
    <p:sldId xmlns:r="http://schemas.openxmlformats.org/officeDocument/2006/relationships" id="276" r:id="R6a3bca56cd6d4ad4"/>
    <p:sldId xmlns:r="http://schemas.openxmlformats.org/officeDocument/2006/relationships" id="277" r:id="Rb9733ed89f7e4940"/>
    <p:sldId xmlns:r="http://schemas.openxmlformats.org/officeDocument/2006/relationships" id="278" r:id="Rd163ad999c6641bc"/>
    <p:sldId xmlns:r="http://schemas.openxmlformats.org/officeDocument/2006/relationships" id="279" r:id="Rb482727cc0394632"/>
    <p:sldId xmlns:r="http://schemas.openxmlformats.org/officeDocument/2006/relationships" id="280" r:id="R0e791a31bd9341d3"/>
    <p:sldId xmlns:r="http://schemas.openxmlformats.org/officeDocument/2006/relationships" id="281" r:id="Rb5bd2acd67cd4cff"/>
    <p:sldId xmlns:r="http://schemas.openxmlformats.org/officeDocument/2006/relationships" id="282" r:id="R1d1dac9c75a44d61"/>
    <p:sldId xmlns:r="http://schemas.openxmlformats.org/officeDocument/2006/relationships" id="283" r:id="R35199e32839a4ba9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d22ca63652438d" /><Relationship Type="http://schemas.openxmlformats.org/officeDocument/2006/relationships/slideMaster" Target="/ppt/slideMasters/slideMaster1.xml" Id="Rd4748afed1674b79" /><Relationship Type="http://schemas.openxmlformats.org/officeDocument/2006/relationships/notesMaster" Target="/ppt/notesMasters/notesMaster1.xml" Id="R3ee9dc6509e743b5" /><Relationship Type="http://schemas.openxmlformats.org/officeDocument/2006/relationships/presProps" Target="/ppt/presProps.xml" Id="Rbcb166ba31fa4e2a" /><Relationship Type="http://schemas.openxmlformats.org/officeDocument/2006/relationships/tableStyles" Target="/ppt/tableStyles.xml" Id="R40430d18cf364d53" /><Relationship Type="http://schemas.openxmlformats.org/officeDocument/2006/relationships/slide" Target="/ppt/slides/slide1.xml" Id="Rd6111a93ee194dda" /><Relationship Type="http://schemas.openxmlformats.org/officeDocument/2006/relationships/slide" Target="/ppt/slides/slide2.xml" Id="Rb67e267fa75a4d92" /><Relationship Type="http://schemas.openxmlformats.org/officeDocument/2006/relationships/slide" Target="/ppt/slides/slide3.xml" Id="R9b8a221ad4634395" /><Relationship Type="http://schemas.openxmlformats.org/officeDocument/2006/relationships/slide" Target="/ppt/slides/slide4.xml" Id="Recbf634f34ac4661" /><Relationship Type="http://schemas.openxmlformats.org/officeDocument/2006/relationships/slide" Target="/ppt/slides/slide5.xml" Id="R55cfb4fdbb9d4da3" /><Relationship Type="http://schemas.openxmlformats.org/officeDocument/2006/relationships/slide" Target="/ppt/slides/slide6.xml" Id="Re0b042f37cac4f5b" /><Relationship Type="http://schemas.openxmlformats.org/officeDocument/2006/relationships/slide" Target="/ppt/slides/slide7.xml" Id="Rbad02b3aa5ea4092" /><Relationship Type="http://schemas.openxmlformats.org/officeDocument/2006/relationships/slide" Target="/ppt/slides/slide8.xml" Id="Ra032064e28b941b3" /><Relationship Type="http://schemas.openxmlformats.org/officeDocument/2006/relationships/slide" Target="/ppt/slides/slide9.xml" Id="Re6f0acfc196f4fc6" /><Relationship Type="http://schemas.openxmlformats.org/officeDocument/2006/relationships/slide" Target="/ppt/slides/slide10.xml" Id="R5bbf610467654f32" /><Relationship Type="http://schemas.openxmlformats.org/officeDocument/2006/relationships/slide" Target="/ppt/slides/slide11.xml" Id="Ra9c7651fdbd74708" /><Relationship Type="http://schemas.openxmlformats.org/officeDocument/2006/relationships/slide" Target="/ppt/slides/slide12.xml" Id="R0e55aae9a13447b8" /><Relationship Type="http://schemas.openxmlformats.org/officeDocument/2006/relationships/slide" Target="/ppt/slides/slide13.xml" Id="R638b83f50d244dce" /><Relationship Type="http://schemas.openxmlformats.org/officeDocument/2006/relationships/slide" Target="/ppt/slides/slide14.xml" Id="Rd986b2c8ee434b13" /><Relationship Type="http://schemas.openxmlformats.org/officeDocument/2006/relationships/slide" Target="/ppt/slides/slide15.xml" Id="Rc1e98f09c63b4feb" /><Relationship Type="http://schemas.openxmlformats.org/officeDocument/2006/relationships/slide" Target="/ppt/slides/slide16.xml" Id="R1e8410526d12420b" /><Relationship Type="http://schemas.openxmlformats.org/officeDocument/2006/relationships/slide" Target="/ppt/slides/slide17.xml" Id="Re20023e10c324446" /><Relationship Type="http://schemas.openxmlformats.org/officeDocument/2006/relationships/slide" Target="/ppt/slides/slide18.xml" Id="Rd6bdaadd213f494d" /><Relationship Type="http://schemas.openxmlformats.org/officeDocument/2006/relationships/slide" Target="/ppt/slides/slide19.xml" Id="Rc604560a4a5c4e22" /><Relationship Type="http://schemas.openxmlformats.org/officeDocument/2006/relationships/slide" Target="/ppt/slides/slide20.xml" Id="R930495a630504f1f" /><Relationship Type="http://schemas.openxmlformats.org/officeDocument/2006/relationships/slide" Target="/ppt/slides/slide21.xml" Id="R6a3bca56cd6d4ad4" /><Relationship Type="http://schemas.openxmlformats.org/officeDocument/2006/relationships/slide" Target="/ppt/slides/slide22.xml" Id="Rb9733ed89f7e4940" /><Relationship Type="http://schemas.openxmlformats.org/officeDocument/2006/relationships/slide" Target="/ppt/slides/slide23.xml" Id="Rd163ad999c6641bc" /><Relationship Type="http://schemas.openxmlformats.org/officeDocument/2006/relationships/slide" Target="/ppt/slides/slide24.xml" Id="Rb482727cc0394632" /><Relationship Type="http://schemas.openxmlformats.org/officeDocument/2006/relationships/slide" Target="/ppt/slides/slide25.xml" Id="R0e791a31bd9341d3" /><Relationship Type="http://schemas.openxmlformats.org/officeDocument/2006/relationships/slide" Target="/ppt/slides/slide26.xml" Id="Rb5bd2acd67cd4cff" /><Relationship Type="http://schemas.openxmlformats.org/officeDocument/2006/relationships/slide" Target="/ppt/slides/slide27.xml" Id="R1d1dac9c75a44d61" /><Relationship Type="http://schemas.openxmlformats.org/officeDocument/2006/relationships/slide" Target="/ppt/slides/slide28.xml" Id="R35199e32839a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0608d2e23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8ac0531053459e" /><Relationship Type="http://schemas.openxmlformats.org/officeDocument/2006/relationships/notesMaster" Target="/ppt/notesMasters/notesMaster1.xml" Id="R5f2cac53dd3c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720a535b847b0" /><Relationship Type="http://schemas.openxmlformats.org/officeDocument/2006/relationships/notesMaster" Target="/ppt/notesMasters/notesMaster1.xml" Id="Rc81865522d2f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25bea2f70435d" /><Relationship Type="http://schemas.openxmlformats.org/officeDocument/2006/relationships/notesMaster" Target="/ppt/notesMasters/notesMaster1.xml" Id="R789fa8bfaa43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6f96f7b96d4eb9" /><Relationship Type="http://schemas.openxmlformats.org/officeDocument/2006/relationships/notesMaster" Target="/ppt/notesMasters/notesMaster1.xml" Id="Re1a9e70fbbbb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a87eb4eb4419b" /><Relationship Type="http://schemas.openxmlformats.org/officeDocument/2006/relationships/notesMaster" Target="/ppt/notesMasters/notesMaster1.xml" Id="R7cdd85e2fb394c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38f627d4334508" /><Relationship Type="http://schemas.openxmlformats.org/officeDocument/2006/relationships/notesMaster" Target="/ppt/notesMasters/notesMaster1.xml" Id="R1be6eb58b948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4601c329f46bc" /><Relationship Type="http://schemas.openxmlformats.org/officeDocument/2006/relationships/notesMaster" Target="/ppt/notesMasters/notesMaster1.xml" Id="Rc483e6d3a2ee45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5b1c8259024eef" /><Relationship Type="http://schemas.openxmlformats.org/officeDocument/2006/relationships/notesMaster" Target="/ppt/notesMasters/notesMaster1.xml" Id="Rdde2adb0e65147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396a8cace94daf" /><Relationship Type="http://schemas.openxmlformats.org/officeDocument/2006/relationships/notesMaster" Target="/ppt/notesMasters/notesMaster1.xml" Id="Rbf44d184acaa4e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61a19bda6147d7" /><Relationship Type="http://schemas.openxmlformats.org/officeDocument/2006/relationships/notesMaster" Target="/ppt/notesMasters/notesMaster1.xml" Id="Re6c02ee47c6c4a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23b6da82d148dc" /><Relationship Type="http://schemas.openxmlformats.org/officeDocument/2006/relationships/notesMaster" Target="/ppt/notesMasters/notesMaster1.xml" Id="R7735f0d792b64a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4ca73ad06c4d21" /><Relationship Type="http://schemas.openxmlformats.org/officeDocument/2006/relationships/notesMaster" Target="/ppt/notesMasters/notesMaster1.xml" Id="Rf26b3b9817a24e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43993cf8594e80" /><Relationship Type="http://schemas.openxmlformats.org/officeDocument/2006/relationships/notesMaster" Target="/ppt/notesMasters/notesMaster1.xml" Id="Re2b0bd9e426145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148408b48949d1" /><Relationship Type="http://schemas.openxmlformats.org/officeDocument/2006/relationships/notesMaster" Target="/ppt/notesMasters/notesMaster1.xml" Id="Rffab7b1ba8d948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97bbb1937e4640" /><Relationship Type="http://schemas.openxmlformats.org/officeDocument/2006/relationships/notesMaster" Target="/ppt/notesMasters/notesMaster1.xml" Id="Re4240e1f3e614d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5bc3433148407a" /><Relationship Type="http://schemas.openxmlformats.org/officeDocument/2006/relationships/notesMaster" Target="/ppt/notesMasters/notesMaster1.xml" Id="R5b6001e43ba84f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65b683c9454535" /><Relationship Type="http://schemas.openxmlformats.org/officeDocument/2006/relationships/notesMaster" Target="/ppt/notesMasters/notesMaster1.xml" Id="R204f6c7405084e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750d6adfaf47ec" /><Relationship Type="http://schemas.openxmlformats.org/officeDocument/2006/relationships/notesMaster" Target="/ppt/notesMasters/notesMaster1.xml" Id="R7fa7bcf287bb45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27ed797da241ba" /><Relationship Type="http://schemas.openxmlformats.org/officeDocument/2006/relationships/notesMaster" Target="/ppt/notesMasters/notesMaster1.xml" Id="Rc1db0200773e41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0781b3e0df46ab" /><Relationship Type="http://schemas.openxmlformats.org/officeDocument/2006/relationships/notesMaster" Target="/ppt/notesMasters/notesMaster1.xml" Id="R1c9d962dc676431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850bf1b18d489b" /><Relationship Type="http://schemas.openxmlformats.org/officeDocument/2006/relationships/notesMaster" Target="/ppt/notesMasters/notesMaster1.xml" Id="R39a9324922ec4a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518e8155dc4173" /><Relationship Type="http://schemas.openxmlformats.org/officeDocument/2006/relationships/notesMaster" Target="/ppt/notesMasters/notesMaster1.xml" Id="R6dc3da80bbb34e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6c91e68aa24c8c" /><Relationship Type="http://schemas.openxmlformats.org/officeDocument/2006/relationships/notesMaster" Target="/ppt/notesMasters/notesMaster1.xml" Id="Rd7174d128c8a4d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e22d6821c943ae" /><Relationship Type="http://schemas.openxmlformats.org/officeDocument/2006/relationships/notesMaster" Target="/ppt/notesMasters/notesMaster1.xml" Id="Radfaf1bc8f5b4f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0394af92004e67" /><Relationship Type="http://schemas.openxmlformats.org/officeDocument/2006/relationships/notesMaster" Target="/ppt/notesMasters/notesMaster1.xml" Id="R4e0f521189324d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d801856a8b407d" /><Relationship Type="http://schemas.openxmlformats.org/officeDocument/2006/relationships/notesMaster" Target="/ppt/notesMasters/notesMaster1.xml" Id="R03e27eede1494c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5468207a58648e2" /><Relationship Type="http://schemas.openxmlformats.org/officeDocument/2006/relationships/notesMaster" Target="/ppt/notesMasters/notesMaster1.xml" Id="Rb95801ca7f3d4ca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c93e787fb794523" /><Relationship Type="http://schemas.openxmlformats.org/officeDocument/2006/relationships/notesMaster" Target="/ppt/notesMasters/notesMaster1.xml" Id="Re12b05aabe13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602acc11847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b1c8f7e07a475a" /><Relationship Type="http://schemas.openxmlformats.org/officeDocument/2006/relationships/slideLayout" Target="/ppt/slideLayouts/slideLayout1.xml" Id="R4afbcba8eb16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fbcba8eb16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e95677c76493e" /><Relationship Type="http://schemas.openxmlformats.org/officeDocument/2006/relationships/image" Target="/ppt/media/image.png" Id="Ra4bcfc29a321413c" /><Relationship Type="http://schemas.openxmlformats.org/officeDocument/2006/relationships/notesSlide" Target="/ppt/notesSlides/notesSlide1.xml" Id="R0dd7347774224d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31ea3839940aa" /><Relationship Type="http://schemas.openxmlformats.org/officeDocument/2006/relationships/notesSlide" Target="/ppt/notesSlides/notesSlide2.xml" Id="Rf22076cc7f574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b2c0544d54f99" /><Relationship Type="http://schemas.openxmlformats.org/officeDocument/2006/relationships/notesSlide" Target="/ppt/notesSlides/notesSlide3.xml" Id="R5e92d1ab7acf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7cef52b56462f" /><Relationship Type="http://schemas.openxmlformats.org/officeDocument/2006/relationships/notesSlide" Target="/ppt/notesSlides/notesSlide4.xml" Id="Rb8e7f4a3fc8d4a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c3dd342124f01" /><Relationship Type="http://schemas.openxmlformats.org/officeDocument/2006/relationships/notesSlide" Target="/ppt/notesSlides/notesSlide5.xml" Id="R1dc04dc57db1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d6f060f1049bf" /><Relationship Type="http://schemas.openxmlformats.org/officeDocument/2006/relationships/notesSlide" Target="/ppt/notesSlides/notesSlide6.xml" Id="Ra1d6a6ccb3ed49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64c5372614715" /><Relationship Type="http://schemas.openxmlformats.org/officeDocument/2006/relationships/notesSlide" Target="/ppt/notesSlides/notesSlide7.xml" Id="R17a22326299a43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bf27e44a148ec" /><Relationship Type="http://schemas.openxmlformats.org/officeDocument/2006/relationships/notesSlide" Target="/ppt/notesSlides/notesSlide8.xml" Id="Rb5056e5d7a2f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0530dd8794e5a" /><Relationship Type="http://schemas.openxmlformats.org/officeDocument/2006/relationships/notesSlide" Target="/ppt/notesSlides/notesSlide9.xml" Id="R3b04f31e74ce48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4111c5d3d40bb" /><Relationship Type="http://schemas.openxmlformats.org/officeDocument/2006/relationships/notesSlide" Target="/ppt/notesSlides/notesSlide10.xml" Id="Rd1e12e7a2f164d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aa771156346f2" /><Relationship Type="http://schemas.openxmlformats.org/officeDocument/2006/relationships/notesSlide" Target="/ppt/notesSlides/notesSlide11.xml" Id="R751fd58371f44c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463e81427441b" /><Relationship Type="http://schemas.openxmlformats.org/officeDocument/2006/relationships/notesSlide" Target="/ppt/notesSlides/notesSlide12.xml" Id="Refe2c64e042c4e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ad1fb99a84fdb" /><Relationship Type="http://schemas.openxmlformats.org/officeDocument/2006/relationships/notesSlide" Target="/ppt/notesSlides/notesSlide13.xml" Id="R486ea73d2afb48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6a688095b4ccf" /><Relationship Type="http://schemas.openxmlformats.org/officeDocument/2006/relationships/notesSlide" Target="/ppt/notesSlides/notesSlide14.xml" Id="R66e23a91cfaa42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fa02713874c8d" /><Relationship Type="http://schemas.openxmlformats.org/officeDocument/2006/relationships/notesSlide" Target="/ppt/notesSlides/notesSlide15.xml" Id="R46b4350f4d8340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003e424ed4d66" /><Relationship Type="http://schemas.openxmlformats.org/officeDocument/2006/relationships/notesSlide" Target="/ppt/notesSlides/notesSlide16.xml" Id="R0e4a703c49ca4e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9e41e05fb4b5a" /><Relationship Type="http://schemas.openxmlformats.org/officeDocument/2006/relationships/notesSlide" Target="/ppt/notesSlides/notesSlide17.xml" Id="R17fbbd9d5aa84a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0cc6864154148" /><Relationship Type="http://schemas.openxmlformats.org/officeDocument/2006/relationships/notesSlide" Target="/ppt/notesSlides/notesSlide18.xml" Id="R771552e6c63642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c2ca5f26b425f" /><Relationship Type="http://schemas.openxmlformats.org/officeDocument/2006/relationships/notesSlide" Target="/ppt/notesSlides/notesSlide19.xml" Id="R73b376a8f8ee4a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fef99aa924d51" /><Relationship Type="http://schemas.openxmlformats.org/officeDocument/2006/relationships/notesSlide" Target="/ppt/notesSlides/notesSlide20.xml" Id="Rbb138f57dfdf45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c945c97084472" /><Relationship Type="http://schemas.openxmlformats.org/officeDocument/2006/relationships/notesSlide" Target="/ppt/notesSlides/notesSlide21.xml" Id="R21d63c0597524e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a3d33e3764d21" /><Relationship Type="http://schemas.openxmlformats.org/officeDocument/2006/relationships/notesSlide" Target="/ppt/notesSlides/notesSlide22.xml" Id="Re7c7448f21ac4c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f0248ebc1481e" /><Relationship Type="http://schemas.openxmlformats.org/officeDocument/2006/relationships/notesSlide" Target="/ppt/notesSlides/notesSlide23.xml" Id="R728dfc260e6b4b6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e5b98a12b4af8" /><Relationship Type="http://schemas.openxmlformats.org/officeDocument/2006/relationships/notesSlide" Target="/ppt/notesSlides/notesSlide24.xml" Id="R9070b3e33b1349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5562215fc4563" /><Relationship Type="http://schemas.openxmlformats.org/officeDocument/2006/relationships/notesSlide" Target="/ppt/notesSlides/notesSlide25.xml" Id="R08412824401f49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6b1a713934324" /><Relationship Type="http://schemas.openxmlformats.org/officeDocument/2006/relationships/notesSlide" Target="/ppt/notesSlides/notesSlide26.xml" Id="R225a95e8c7f343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2d3be7974a38" /><Relationship Type="http://schemas.openxmlformats.org/officeDocument/2006/relationships/notesSlide" Target="/ppt/notesSlides/notesSlide27.xml" Id="Ra06111306f1e419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a057702840e0" /><Relationship Type="http://schemas.openxmlformats.org/officeDocument/2006/relationships/notesSlide" Target="/ppt/notesSlides/notesSlide28.xml" Id="Ra48460d1a3724d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C10394F-9B26-49E0-BFFC-97F5CBAE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D120885-FDD2-4931-9579-355FE61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E64BCC9-243C-41C0-994B-F864E518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6186BC-BE81-485A-923E-74B27146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1/28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E349D958-BD2E-4BBD-B996-D29F9A6B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948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MACHINE LEARNING BASED ALGORITHM SELECTION FOR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22AF79CC-DF7D-4EE0-BAAC-EE03BB0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SORTING NUMERIC ARRAYS</a:t>
            </a:r>
          </a:p>
        </p:txBody>
      </p:sp>
      <p:sp>
        <p:nvSpPr>
          <p:cNvPr id="7" name="title-main-rule">
            <a:extLst xmlns:a="http://schemas.openxmlformats.org/drawingml/2006/main">
              <a:ext uri="{FF2B5EF4-FFF2-40B4-BE49-F238E27FC236}">
                <a16:creationId xmlns:a16="http://schemas.microsoft.com/office/drawing/2014/main" id="{2F273370-4784-4C7C-BD25-8FD2186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F1D3A"/>
            </a:solidFill>
            <a:prstDash val="solid"/>
          </a:ln>
        </p:spPr>
      </p:sp>
      <p:sp>
        <p:nvSpPr>
          <p:cNvPr id="8" name="presented-by">
            <a:extLst xmlns:a="http://schemas.openxmlformats.org/drawingml/2006/main">
              <a:ext uri="{FF2B5EF4-FFF2-40B4-BE49-F238E27FC236}">
                <a16:creationId xmlns:a16="http://schemas.microsoft.com/office/drawing/2014/main" id="{9F40BBF4-298D-4807-8CE9-5A62C782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18096"/>
                </a:solidFill>
              </a:defRPr>
            </a:pPr>
            <a:r>
              <a:rPr sz="975">
                <a:solidFill>
                  <a:srgbClr val="718096"/>
                </a:solidFill>
              </a:rPr>
              <a:t>Presented by</a:t>
            </a:r>
          </a:p>
        </p:txBody>
      </p:sp>
      <p:sp>
        <p:nvSpPr>
          <p:cNvPr id="9" name="ahmed">
            <a:extLst xmlns:a="http://schemas.openxmlformats.org/drawingml/2006/main">
              <a:ext uri="{FF2B5EF4-FFF2-40B4-BE49-F238E27FC236}">
                <a16:creationId xmlns:a16="http://schemas.microsoft.com/office/drawing/2014/main" id="{A9DB5686-46F2-4DD4-B763-3E5E9EF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AHMED SALAH ABDALHI MOHAMMED</a:t>
            </a:r>
          </a:p>
        </p:txBody>
      </p:sp>
      <p:sp>
        <p:nvSpPr>
          <p:cNvPr id="10" name="supervised-by">
            <a:extLst xmlns:a="http://schemas.openxmlformats.org/drawingml/2006/main">
              <a:ext uri="{FF2B5EF4-FFF2-40B4-BE49-F238E27FC236}">
                <a16:creationId xmlns:a16="http://schemas.microsoft.com/office/drawing/2014/main" id="{2E8D0B5D-E9FA-44FD-9D65-DC035F6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18096"/>
                </a:solidFill>
              </a:defRPr>
            </a:pPr>
            <a:r>
              <a:rPr sz="975">
                <a:solidFill>
                  <a:srgbClr val="718096"/>
                </a:solidFill>
              </a:rPr>
              <a:t>Supervised by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83D561F7-3A4B-467A-8D64-F7019D2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Assoc. Prof. Dr. Emre Özbilge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cfc29a321413c"/>
          <a:stretch xmlns:a="http://schemas.openxmlformats.org/drawingml/2006/main"/>
        </p:blipFill>
        <p:spPr>
          <a:xfrm xmlns:a="http://schemas.openxmlformats.org/drawingml/2006/main">
            <a:off x="12477750" y="1905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71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0327691-DD90-4D30-AFC0-A761FFA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BE36A59-5A18-4DFB-B989-D146897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5970880-50A5-417E-A2A4-3BB63C21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A944E4-B24B-48E0-9D2A-E4DC6C80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DF746E-F598-4CA2-BF5E-A578B966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B417227-A018-4033-AED5-3EB66A65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2/28</a:t>
            </a:r>
          </a:p>
        </p:txBody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EACD98D8-1862-4033-AA1D-8FC9AE4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10382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objective-formula">
            <a:extLst xmlns:a="http://schemas.openxmlformats.org/drawingml/2006/main">
              <a:ext uri="{FF2B5EF4-FFF2-40B4-BE49-F238E27FC236}">
                <a16:creationId xmlns:a16="http://schemas.microsoft.com/office/drawing/2014/main" id="{DD281FE0-5CCD-406B-8439-3C6DA6A6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B9152A"/>
                </a:solidFill>
              </a:rPr>
              <a:t>S : f(x) → A</a:t>
            </a:r>
            <a:r>
              <a:rPr>
                <a:solidFill>
                  <a:srgbClr val="5C6A7F"/>
                </a:solidFill>
              </a:rPr>
              <a:t>      reduce expected regret with respect to the oracle</a:t>
            </a:r>
          </a:p>
        </p:txBody>
      </p:sp>
      <p:sp>
        <p:nvSpPr>
          <p:cNvPr id="9" name="obj-0">
            <a:extLst xmlns:a="http://schemas.openxmlformats.org/drawingml/2006/main">
              <a:ext uri="{FF2B5EF4-FFF2-40B4-BE49-F238E27FC236}">
                <a16:creationId xmlns:a16="http://schemas.microsoft.com/office/drawing/2014/main" id="{D85D37D9-6305-4969-96EC-FA2EB87F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obj-0-title">
            <a:extLst xmlns:a="http://schemas.openxmlformats.org/drawingml/2006/main">
              <a:ext uri="{FF2B5EF4-FFF2-40B4-BE49-F238E27FC236}">
                <a16:creationId xmlns:a16="http://schemas.microsoft.com/office/drawing/2014/main" id="{8C40C925-4C71-4265-A49D-68E0C6AE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compact structural array features</a:t>
            </a:r>
          </a:p>
        </p:txBody>
      </p:sp>
      <p:sp>
        <p:nvSpPr>
          <p:cNvPr id="11" name="obj-0-body">
            <a:extLst xmlns:a="http://schemas.openxmlformats.org/drawingml/2006/main">
              <a:ext uri="{FF2B5EF4-FFF2-40B4-BE49-F238E27FC236}">
                <a16:creationId xmlns:a16="http://schemas.microsoft.com/office/drawing/2014/main" id="{A796C08B-81AD-43BA-A145-61D83F0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informative for algorithm selection and inexpensive to extract</a:t>
            </a:r>
          </a:p>
        </p:txBody>
      </p:sp>
      <p:sp>
        <p:nvSpPr>
          <p:cNvPr id="12" name="obj-num-0">
            <a:extLst xmlns:a="http://schemas.openxmlformats.org/drawingml/2006/main">
              <a:ext uri="{FF2B5EF4-FFF2-40B4-BE49-F238E27FC236}">
                <a16:creationId xmlns:a16="http://schemas.microsoft.com/office/drawing/2014/main" id="{A9FD6CA5-5AD4-42B1-981A-0C30B02D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3" name="obj-1">
            <a:extLst xmlns:a="http://schemas.openxmlformats.org/drawingml/2006/main">
              <a:ext uri="{FF2B5EF4-FFF2-40B4-BE49-F238E27FC236}">
                <a16:creationId xmlns:a16="http://schemas.microsoft.com/office/drawing/2014/main" id="{EF6F4B63-C2EF-4BBB-A7A2-2839E2D9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obj-1-title">
            <a:extLst xmlns:a="http://schemas.openxmlformats.org/drawingml/2006/main">
              <a:ext uri="{FF2B5EF4-FFF2-40B4-BE49-F238E27FC236}">
                <a16:creationId xmlns:a16="http://schemas.microsoft.com/office/drawing/2014/main" id="{56F8A00F-4FF9-43D0-B92B-BABE35AC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offline XGBoost model</a:t>
            </a:r>
          </a:p>
        </p:txBody>
      </p:sp>
      <p:sp>
        <p:nvSpPr>
          <p:cNvPr id="15" name="obj-1-body">
            <a:extLst xmlns:a="http://schemas.openxmlformats.org/drawingml/2006/main">
              <a:ext uri="{FF2B5EF4-FFF2-40B4-BE49-F238E27FC236}">
                <a16:creationId xmlns:a16="http://schemas.microsoft.com/office/drawing/2014/main" id="{6D415940-769E-489E-B312-C8ED226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train and evaluate per-instance algorithm selection</a:t>
            </a:r>
          </a:p>
        </p:txBody>
      </p:sp>
      <p:sp>
        <p:nvSpPr>
          <p:cNvPr id="16" name="obj-num-1">
            <a:extLst xmlns:a="http://schemas.openxmlformats.org/drawingml/2006/main">
              <a:ext uri="{FF2B5EF4-FFF2-40B4-BE49-F238E27FC236}">
                <a16:creationId xmlns:a16="http://schemas.microsoft.com/office/drawing/2014/main" id="{64C8C0A2-604D-4EB9-9114-2F32C134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7" name="obj-2">
            <a:extLst xmlns:a="http://schemas.openxmlformats.org/drawingml/2006/main">
              <a:ext uri="{FF2B5EF4-FFF2-40B4-BE49-F238E27FC236}">
                <a16:creationId xmlns:a16="http://schemas.microsoft.com/office/drawing/2014/main" id="{C5AD90D7-D4F9-4A3F-8C6C-0BFF981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obj-2-title">
            <a:extLst xmlns:a="http://schemas.openxmlformats.org/drawingml/2006/main">
              <a:ext uri="{FF2B5EF4-FFF2-40B4-BE49-F238E27FC236}">
                <a16:creationId xmlns:a16="http://schemas.microsoft.com/office/drawing/2014/main" id="{903B6B21-5A37-4611-A4E3-19E7DF51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leakage-resistant evaluation</a:t>
            </a:r>
          </a:p>
        </p:txBody>
      </p:sp>
      <p:sp>
        <p:nvSpPr>
          <p:cNvPr id="19" name="obj-2-body">
            <a:extLst xmlns:a="http://schemas.openxmlformats.org/drawingml/2006/main">
              <a:ext uri="{FF2B5EF4-FFF2-40B4-BE49-F238E27FC236}">
                <a16:creationId xmlns:a16="http://schemas.microsoft.com/office/drawing/2014/main" id="{6D09ACE9-C2AD-49D7-92FD-AF2DCB47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quantify valid, selection-under-ignorance protocol</a:t>
            </a:r>
          </a:p>
        </p:txBody>
      </p:sp>
      <p:sp>
        <p:nvSpPr>
          <p:cNvPr id="20" name="obj-num-2">
            <a:extLst xmlns:a="http://schemas.openxmlformats.org/drawingml/2006/main">
              <a:ext uri="{FF2B5EF4-FFF2-40B4-BE49-F238E27FC236}">
                <a16:creationId xmlns:a16="http://schemas.microsoft.com/office/drawing/2014/main" id="{BBCBBFA4-6986-4893-9320-7345F4F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21" name="obj-3">
            <a:extLst xmlns:a="http://schemas.openxmlformats.org/drawingml/2006/main">
              <a:ext uri="{FF2B5EF4-FFF2-40B4-BE49-F238E27FC236}">
                <a16:creationId xmlns:a16="http://schemas.microsoft.com/office/drawing/2014/main" id="{21F66DF1-2135-4931-82D3-AD88C10F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obj-3-title">
            <a:extLst xmlns:a="http://schemas.openxmlformats.org/drawingml/2006/main">
              <a:ext uri="{FF2B5EF4-FFF2-40B4-BE49-F238E27FC236}">
                <a16:creationId xmlns:a16="http://schemas.microsoft.com/office/drawing/2014/main" id="{C95E55E2-FA32-4CCA-87F3-762A70CD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reproducible Python library</a:t>
            </a:r>
          </a:p>
        </p:txBody>
      </p:sp>
      <p:sp>
        <p:nvSpPr>
          <p:cNvPr id="23" name="obj-3-body">
            <a:extLst xmlns:a="http://schemas.openxmlformats.org/drawingml/2006/main">
              <a:ext uri="{FF2B5EF4-FFF2-40B4-BE49-F238E27FC236}">
                <a16:creationId xmlns:a16="http://schemas.microsoft.com/office/drawing/2014/main" id="{09027BD9-8677-46E0-8378-4D84B6D0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package the complete method for deployment and further research</a:t>
            </a:r>
          </a:p>
        </p:txBody>
      </p:sp>
      <p:sp>
        <p:nvSpPr>
          <p:cNvPr id="24" name="obj-num-3">
            <a:extLst xmlns:a="http://schemas.openxmlformats.org/drawingml/2006/main">
              <a:ext uri="{FF2B5EF4-FFF2-40B4-BE49-F238E27FC236}">
                <a16:creationId xmlns:a16="http://schemas.microsoft.com/office/drawing/2014/main" id="{12DE4770-0CAF-487B-B404-4AC2D296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769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CDFA443-16CD-4A78-93E3-C4563DC0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ACCD5F7-ACCA-4ECA-BB45-FD1CD82D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BF925B7-BD34-4EC5-87A3-2C885973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B4AD4B-70A6-4741-97E5-A617C7D1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666F4D-C98C-4B34-BDC6-4DF66CE6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0F8E8F3-2BC1-411C-A01D-E08BFD9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3/28</a:t>
            </a:r>
          </a:p>
        </p:txBody>
      </p:sp>
      <p:sp>
        <p:nvSpPr>
          <p:cNvPr id="7" name="allowed">
            <a:extLst xmlns:a="http://schemas.openxmlformats.org/drawingml/2006/main">
              <a:ext uri="{FF2B5EF4-FFF2-40B4-BE49-F238E27FC236}">
                <a16:creationId xmlns:a16="http://schemas.microsoft.com/office/drawing/2014/main" id="{2A089FB5-E39E-4542-8375-74503B0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E2A5B31E-23C1-4163-AF87-EF3AF3E6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Allowed before sorting</a:t>
            </a:r>
          </a:p>
        </p:txBody>
      </p:sp>
      <p:sp>
        <p:nvSpPr>
          <p:cNvPr id="9" name="allowed-body">
            <a:extLst xmlns:a="http://schemas.openxmlformats.org/drawingml/2006/main">
              <a:ext uri="{FF2B5EF4-FFF2-40B4-BE49-F238E27FC236}">
                <a16:creationId xmlns:a16="http://schemas.microsoft.com/office/drawing/2014/main" id="{7970D517-767E-4100-AC51-F0C9632B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Extract O(n) features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Measure order, runs, repetition, distribution, robust 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Predict introsort, heapsort, or timsort</a:t>
            </a:r>
          </a:p>
        </p:txBody>
      </p:sp>
      <p:sp>
        <p:nvSpPr>
          <p:cNvPr id="10" name="blocked">
            <a:extLst xmlns:a="http://schemas.openxmlformats.org/drawingml/2006/main">
              <a:ext uri="{FF2B5EF4-FFF2-40B4-BE49-F238E27FC236}">
                <a16:creationId xmlns:a16="http://schemas.microsoft.com/office/drawing/2014/main" id="{4A792BAF-BF7B-4BCF-8B9B-830FE2B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EAC7A93E-B428-4537-9825-8EA0B233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Not allowed at prediction time</a:t>
            </a:r>
          </a:p>
        </p:txBody>
      </p:sp>
      <p:sp>
        <p:nvSpPr>
          <p:cNvPr id="12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75914F87-5EA6-4B67-AF3C-5BEAE33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introsort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heapsort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timsort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Pick after seeing all times</a:t>
            </a:r>
          </a:p>
        </p:txBody>
      </p:sp>
      <p:sp>
        <p:nvSpPr>
          <p:cNvPr id="13" name="allowed-arrow-from">
            <a:extLst xmlns:a="http://schemas.openxmlformats.org/drawingml/2006/main">
              <a:ext uri="{FF2B5EF4-FFF2-40B4-BE49-F238E27FC236}">
                <a16:creationId xmlns:a16="http://schemas.microsoft.com/office/drawing/2014/main" id="{68E91620-5CE9-4C79-B3FA-1212EB3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lowed-arrow-to">
            <a:extLst xmlns:a="http://schemas.openxmlformats.org/drawingml/2006/main">
              <a:ext uri="{FF2B5EF4-FFF2-40B4-BE49-F238E27FC236}">
                <a16:creationId xmlns:a16="http://schemas.microsoft.com/office/drawing/2014/main" id="{A75908C1-1457-4299-B442-A2640894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allowed-arrow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543675" y="29432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 xmlns:a="http://schemas.openxmlformats.org/drawingml/2006/main">
              <a:ext uri="{FF2B5EF4-FFF2-40B4-BE49-F238E27FC236}">
                <a16:creationId xmlns:a16="http://schemas.microsoft.com/office/drawing/2014/main" id="{20F1D01F-56C1-4E35-B1A5-9A1C3087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1717"/>
                </a:solidFill>
              </a:defRPr>
            </a:pPr>
            <a:r>
              <a:rPr sz="1425">
                <a:solidFill>
                  <a:srgbClr val="171717"/>
                </a:solidFill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267971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5A7B0251-FBDA-40D9-A2D1-2C62AEC0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3B235E4-1FDA-4318-A67D-6DDA9E6E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BF496FD-9841-4C00-B7B3-DD578991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97853C-0C75-4924-9230-F952B7CE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803F9EC-A35A-463A-81E2-38348FC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80A184D-A9D2-451F-9C1D-E69C143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4/28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E19530AE-58B1-41E8-960B-AC610E0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5C8A5053-CEE7-453E-AEDC-EE38629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Problem space P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67BD1E15-4C52-4450-8035-2A317966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one numeric array</a:t>
            </a:r>
          </a:p>
        </p:txBody>
      </p:sp>
      <p:sp>
        <p:nvSpPr>
          <p:cNvPr id="10" name="array-ex">
            <a:extLst xmlns:a="http://schemas.openxmlformats.org/drawingml/2006/main">
              <a:ext uri="{FF2B5EF4-FFF2-40B4-BE49-F238E27FC236}">
                <a16:creationId xmlns:a16="http://schemas.microsoft.com/office/drawing/2014/main" id="{13347A06-AE01-4A2D-8A6F-11514534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[4, 5, 5, 6, 17, 18,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19, 2, 2, 3, 31, 45]</a:t>
            </a:r>
          </a:p>
        </p:txBody>
      </p:sp>
      <p:sp>
        <p:nvSpPr>
          <p:cNvPr id="11" name="mini-bar-135-294-0">
            <a:extLst xmlns:a="http://schemas.openxmlformats.org/drawingml/2006/main">
              <a:ext uri="{FF2B5EF4-FFF2-40B4-BE49-F238E27FC236}">
                <a16:creationId xmlns:a16="http://schemas.microsoft.com/office/drawing/2014/main" id="{2B11D2B1-8E37-4184-992A-88ACDDB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63290"/>
            <a:ext cx="152400" cy="156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bar-135-294-1">
            <a:extLst xmlns:a="http://schemas.openxmlformats.org/drawingml/2006/main">
              <a:ext uri="{FF2B5EF4-FFF2-40B4-BE49-F238E27FC236}">
                <a16:creationId xmlns:a16="http://schemas.microsoft.com/office/drawing/2014/main" id="{F0C6CDD6-D12D-4E27-BCDF-84A94EA6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4593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ni-bar-135-294-2">
            <a:extLst xmlns:a="http://schemas.openxmlformats.org/drawingml/2006/main">
              <a:ext uri="{FF2B5EF4-FFF2-40B4-BE49-F238E27FC236}">
                <a16:creationId xmlns:a16="http://schemas.microsoft.com/office/drawing/2014/main" id="{CEC091C3-256A-44CC-BB90-68F8942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1220"/>
            <a:ext cx="152400" cy="20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ni-bar-135-294-3">
            <a:extLst xmlns:a="http://schemas.openxmlformats.org/drawingml/2006/main">
              <a:ext uri="{FF2B5EF4-FFF2-40B4-BE49-F238E27FC236}">
                <a16:creationId xmlns:a16="http://schemas.microsoft.com/office/drawing/2014/main" id="{7F664020-0805-4991-8F76-1623DC97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94660"/>
            <a:ext cx="152400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ni-bar-135-294-4">
            <a:extLst xmlns:a="http://schemas.openxmlformats.org/drawingml/2006/main">
              <a:ext uri="{FF2B5EF4-FFF2-40B4-BE49-F238E27FC236}">
                <a16:creationId xmlns:a16="http://schemas.microsoft.com/office/drawing/2014/main" id="{FD33F1FC-7BF0-4AAC-BDBE-3CE22CC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25233"/>
            <a:ext cx="152400" cy="694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ni-bar-135-294-5">
            <a:extLst xmlns:a="http://schemas.openxmlformats.org/drawingml/2006/main">
              <a:ext uri="{FF2B5EF4-FFF2-40B4-BE49-F238E27FC236}">
                <a16:creationId xmlns:a16="http://schemas.microsoft.com/office/drawing/2014/main" id="{4A6271EB-E87A-47B4-ACEE-7DFCFA89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0520"/>
            <a:ext cx="152400" cy="728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135-294-6">
            <a:extLst xmlns:a="http://schemas.openxmlformats.org/drawingml/2006/main">
              <a:ext uri="{FF2B5EF4-FFF2-40B4-BE49-F238E27FC236}">
                <a16:creationId xmlns:a16="http://schemas.microsoft.com/office/drawing/2014/main" id="{186A2594-D535-4F86-B21A-D1AC6AA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98003"/>
            <a:ext cx="152400" cy="1214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axis-135-294">
            <a:extLst xmlns:a="http://schemas.openxmlformats.org/drawingml/2006/main">
              <a:ext uri="{FF2B5EF4-FFF2-40B4-BE49-F238E27FC236}">
                <a16:creationId xmlns:a16="http://schemas.microsoft.com/office/drawing/2014/main" id="{AC197AC0-C56C-401C-9919-99AD9AA2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195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struct">
            <a:extLst xmlns:a="http://schemas.openxmlformats.org/drawingml/2006/main">
              <a:ext uri="{FF2B5EF4-FFF2-40B4-BE49-F238E27FC236}">
                <a16:creationId xmlns:a16="http://schemas.microsoft.com/office/drawing/2014/main" id="{951BBDD3-3A52-4A2D-96F4-D738FE2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instance-dependent structure</a:t>
            </a:r>
          </a:p>
        </p:txBody>
      </p:sp>
      <p:sp>
        <p:nvSpPr>
          <p:cNvPr id="20" name="features">
            <a:extLst xmlns:a="http://schemas.openxmlformats.org/drawingml/2006/main">
              <a:ext uri="{FF2B5EF4-FFF2-40B4-BE49-F238E27FC236}">
                <a16:creationId xmlns:a16="http://schemas.microsoft.com/office/drawing/2014/main" id="{1DEBB339-8EF4-43EF-991A-472F6602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4EB77B8C-1432-4563-92E5-1E12BBBD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Feature space F</a:t>
            </a:r>
          </a:p>
        </p:txBody>
      </p:sp>
      <p:sp>
        <p:nvSpPr>
          <p:cNvPr id="22" name="features-body">
            <a:extLst xmlns:a="http://schemas.openxmlformats.org/drawingml/2006/main">
              <a:ext uri="{FF2B5EF4-FFF2-40B4-BE49-F238E27FC236}">
                <a16:creationId xmlns:a16="http://schemas.microsoft.com/office/drawing/2014/main" id="{53924C57-3FE4-4245-BF24-F5F78B48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structural array features</a:t>
            </a:r>
          </a:p>
        </p:txBody>
      </p:sp>
      <p:sp>
        <p:nvSpPr>
          <p:cNvPr id="23" name="feat-row-0">
            <a:extLst xmlns:a="http://schemas.openxmlformats.org/drawingml/2006/main">
              <a:ext uri="{FF2B5EF4-FFF2-40B4-BE49-F238E27FC236}">
                <a16:creationId xmlns:a16="http://schemas.microsoft.com/office/drawing/2014/main" id="{5301AE59-AF5D-4E97-8EFF-BAE6138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05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feat-text-0">
            <a:extLst xmlns:a="http://schemas.openxmlformats.org/drawingml/2006/main">
              <a:ext uri="{FF2B5EF4-FFF2-40B4-BE49-F238E27FC236}">
                <a16:creationId xmlns:a16="http://schemas.microsoft.com/office/drawing/2014/main" id="{F597EC7A-9395-4BF0-B3F9-D15A75C6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526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25" name="feat-row-1">
            <a:extLst xmlns:a="http://schemas.openxmlformats.org/drawingml/2006/main">
              <a:ext uri="{FF2B5EF4-FFF2-40B4-BE49-F238E27FC236}">
                <a16:creationId xmlns:a16="http://schemas.microsoft.com/office/drawing/2014/main" id="{FB7027F9-074D-4870-9CDC-812086FB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6" name="feat-text-1">
            <a:extLst xmlns:a="http://schemas.openxmlformats.org/drawingml/2006/main">
              <a:ext uri="{FF2B5EF4-FFF2-40B4-BE49-F238E27FC236}">
                <a16:creationId xmlns:a16="http://schemas.microsoft.com/office/drawing/2014/main" id="{94C8F06F-F10F-4841-A2CE-6833A3C7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955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sortedness / disorder</a:t>
            </a:r>
          </a:p>
        </p:txBody>
      </p:sp>
      <p:sp>
        <p:nvSpPr>
          <p:cNvPr id="27" name="feat-row-2">
            <a:extLst xmlns:a="http://schemas.openxmlformats.org/drawingml/2006/main">
              <a:ext uri="{FF2B5EF4-FFF2-40B4-BE49-F238E27FC236}">
                <a16:creationId xmlns:a16="http://schemas.microsoft.com/office/drawing/2014/main" id="{631A3549-D847-40FD-9AFA-2EAF47F4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90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feat-text-2">
            <a:extLst xmlns:a="http://schemas.openxmlformats.org/drawingml/2006/main">
              <a:ext uri="{FF2B5EF4-FFF2-40B4-BE49-F238E27FC236}">
                <a16:creationId xmlns:a16="http://schemas.microsoft.com/office/drawing/2014/main" id="{55997E98-089E-443E-BAFF-9407C7C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384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runs</a:t>
            </a:r>
          </a:p>
        </p:txBody>
      </p:sp>
      <p:sp>
        <p:nvSpPr>
          <p:cNvPr id="29" name="feat-row-3">
            <a:extLst xmlns:a="http://schemas.openxmlformats.org/drawingml/2006/main">
              <a:ext uri="{FF2B5EF4-FFF2-40B4-BE49-F238E27FC236}">
                <a16:creationId xmlns:a16="http://schemas.microsoft.com/office/drawing/2014/main" id="{5A8D3BF5-DA09-4607-BFEB-11BD2A83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0" name="feat-text-3">
            <a:extLst xmlns:a="http://schemas.openxmlformats.org/drawingml/2006/main">
              <a:ext uri="{FF2B5EF4-FFF2-40B4-BE49-F238E27FC236}">
                <a16:creationId xmlns:a16="http://schemas.microsoft.com/office/drawing/2014/main" id="{EFF4EA5B-60E4-49EA-BCB5-A8DE5D7D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duplicates / entropy</a:t>
            </a:r>
          </a:p>
        </p:txBody>
      </p:sp>
      <p:sp>
        <p:nvSpPr>
          <p:cNvPr id="31" name="feature-space">
            <a:extLst xmlns:a="http://schemas.openxmlformats.org/drawingml/2006/main">
              <a:ext uri="{FF2B5EF4-FFF2-40B4-BE49-F238E27FC236}">
                <a16:creationId xmlns:a16="http://schemas.microsoft.com/office/drawing/2014/main" id="{3ABD81DD-B2D9-40B7-A374-295C5FC9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81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4511E"/>
                </a:solidFill>
              </a:defRPr>
            </a:pPr>
            <a:r>
              <a:rPr sz="1050">
                <a:solidFill>
                  <a:srgbClr val="F4511E"/>
                </a:solidFill>
              </a:rPr>
              <a:t>x ∈ R^16</a:t>
            </a:r>
          </a:p>
        </p:txBody>
      </p:sp>
      <p:sp>
        <p:nvSpPr>
          <p:cNvPr id="32" name="selector">
            <a:extLst xmlns:a="http://schemas.openxmlformats.org/drawingml/2006/main">
              <a:ext uri="{FF2B5EF4-FFF2-40B4-BE49-F238E27FC236}">
                <a16:creationId xmlns:a16="http://schemas.microsoft.com/office/drawing/2014/main" id="{C756F4FC-5D7D-4D3D-ACDE-FF0DDC0D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000250" cy="23050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CB4EEACA-2CF4-4262-9908-F0B867E7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34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C1C5AC1B-4F91-4FE8-88F0-8739A285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S : F → A</a:t>
            </a:r>
          </a:p>
        </p:txBody>
      </p:sp>
      <p:sp>
        <p:nvSpPr>
          <p:cNvPr id="35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1414FFA9-E2B9-47BE-B692-3D3E6D28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838AD30F-7380-4C31-967E-E55FD9F1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XGBoost classifier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predicts fastest class</a:t>
            </a:r>
          </a:p>
        </p:txBody>
      </p:sp>
      <p:sp>
        <p:nvSpPr>
          <p:cNvPr id="37" name="algos">
            <a:extLst xmlns:a="http://schemas.openxmlformats.org/drawingml/2006/main">
              <a:ext uri="{FF2B5EF4-FFF2-40B4-BE49-F238E27FC236}">
                <a16:creationId xmlns:a16="http://schemas.microsoft.com/office/drawing/2014/main" id="{EC0A9B21-0E79-482A-8275-AB7D7EB5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algos-title">
            <a:extLst xmlns:a="http://schemas.openxmlformats.org/drawingml/2006/main">
              <a:ext uri="{FF2B5EF4-FFF2-40B4-BE49-F238E27FC236}">
                <a16:creationId xmlns:a16="http://schemas.microsoft.com/office/drawing/2014/main" id="{4B9B4C68-12A2-4C0E-A4D6-9BC15BC4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Algorithm space A</a:t>
            </a:r>
          </a:p>
        </p:txBody>
      </p:sp>
      <p:sp>
        <p:nvSpPr>
          <p:cNvPr id="39" name="algos-body">
            <a:extLst xmlns:a="http://schemas.openxmlformats.org/drawingml/2006/main">
              <a:ext uri="{FF2B5EF4-FFF2-40B4-BE49-F238E27FC236}">
                <a16:creationId xmlns:a16="http://schemas.microsoft.com/office/drawing/2014/main" id="{71045E8B-3239-4CD7-ABB5-6C255A44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algorithm portfolio</a:t>
            </a:r>
          </a:p>
        </p:txBody>
      </p:sp>
      <p:sp>
        <p:nvSpPr>
          <p:cNvPr id="40" name="algo-pill-0">
            <a:extLst xmlns:a="http://schemas.openxmlformats.org/drawingml/2006/main">
              <a:ext uri="{FF2B5EF4-FFF2-40B4-BE49-F238E27FC236}">
                <a16:creationId xmlns:a16="http://schemas.microsoft.com/office/drawing/2014/main" id="{A1A07DDE-81DE-4600-AF1D-01E4370E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1" name="algo-t-0">
            <a:extLst xmlns:a="http://schemas.openxmlformats.org/drawingml/2006/main">
              <a:ext uri="{FF2B5EF4-FFF2-40B4-BE49-F238E27FC236}">
                <a16:creationId xmlns:a16="http://schemas.microsoft.com/office/drawing/2014/main" id="{67239B03-31D8-4201-8B33-F482802B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42" name="algo-pill-1">
            <a:extLst xmlns:a="http://schemas.openxmlformats.org/drawingml/2006/main">
              <a:ext uri="{FF2B5EF4-FFF2-40B4-BE49-F238E27FC236}">
                <a16:creationId xmlns:a16="http://schemas.microsoft.com/office/drawing/2014/main" id="{7E64E688-6F32-44A6-BDAA-02EA517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3" name="algo-t-1">
            <a:extLst xmlns:a="http://schemas.openxmlformats.org/drawingml/2006/main">
              <a:ext uri="{FF2B5EF4-FFF2-40B4-BE49-F238E27FC236}">
                <a16:creationId xmlns:a16="http://schemas.microsoft.com/office/drawing/2014/main" id="{BA373927-B87E-44A2-A9AA-57BB4C6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71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44" name="algo-pill-2">
            <a:extLst xmlns:a="http://schemas.openxmlformats.org/drawingml/2006/main">
              <a:ext uri="{FF2B5EF4-FFF2-40B4-BE49-F238E27FC236}">
                <a16:creationId xmlns:a16="http://schemas.microsoft.com/office/drawing/2014/main" id="{46D9F988-7F34-4F89-B2FE-AD84257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480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lgo-t-2">
            <a:extLst xmlns:a="http://schemas.openxmlformats.org/drawingml/2006/main">
              <a:ext uri="{FF2B5EF4-FFF2-40B4-BE49-F238E27FC236}">
                <a16:creationId xmlns:a16="http://schemas.microsoft.com/office/drawing/2014/main" id="{7DBBA4E1-EC7A-41FE-8F03-57F4B0E0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Timsort</a:t>
            </a:r>
          </a:p>
        </p:txBody>
      </p:sp>
      <p:sp>
        <p:nvSpPr>
          <p:cNvPr id="46" name="p-f-from">
            <a:extLst xmlns:a="http://schemas.openxmlformats.org/drawingml/2006/main">
              <a:ext uri="{FF2B5EF4-FFF2-40B4-BE49-F238E27FC236}">
                <a16:creationId xmlns:a16="http://schemas.microsoft.com/office/drawing/2014/main" id="{772540BB-E7B3-4A07-B899-B9EEF762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-f-to">
            <a:extLst xmlns:a="http://schemas.openxmlformats.org/drawingml/2006/main">
              <a:ext uri="{FF2B5EF4-FFF2-40B4-BE49-F238E27FC236}">
                <a16:creationId xmlns:a16="http://schemas.microsoft.com/office/drawing/2014/main" id="{53658439-EFA7-4DE0-9154-5029E2CA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p-f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352800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49" name="f-s-from">
            <a:extLst xmlns:a="http://schemas.openxmlformats.org/drawingml/2006/main">
              <a:ext uri="{FF2B5EF4-FFF2-40B4-BE49-F238E27FC236}">
                <a16:creationId xmlns:a16="http://schemas.microsoft.com/office/drawing/2014/main" id="{2605774E-978D-4C1B-AD95-09C3062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-s-to">
            <a:extLst xmlns:a="http://schemas.openxmlformats.org/drawingml/2006/main">
              <a:ext uri="{FF2B5EF4-FFF2-40B4-BE49-F238E27FC236}">
                <a16:creationId xmlns:a16="http://schemas.microsoft.com/office/drawing/2014/main" id="{B7BDEBB9-8BD7-45A7-9E63-8C042CD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f-s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6353175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2" name="s-a-from">
            <a:extLst xmlns:a="http://schemas.openxmlformats.org/drawingml/2006/main">
              <a:ext uri="{FF2B5EF4-FFF2-40B4-BE49-F238E27FC236}">
                <a16:creationId xmlns:a16="http://schemas.microsoft.com/office/drawing/2014/main" id="{E4FC6969-5695-4077-998D-53437EB2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-a-to">
            <a:extLst xmlns:a="http://schemas.openxmlformats.org/drawingml/2006/main">
              <a:ext uri="{FF2B5EF4-FFF2-40B4-BE49-F238E27FC236}">
                <a16:creationId xmlns:a16="http://schemas.microsoft.com/office/drawing/2014/main" id="{C68B824B-5AFD-4132-841C-D10A90C6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s-a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9067800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5" name="perf">
            <a:extLst xmlns:a="http://schemas.openxmlformats.org/drawingml/2006/main">
              <a:ext uri="{FF2B5EF4-FFF2-40B4-BE49-F238E27FC236}">
                <a16:creationId xmlns:a16="http://schemas.microsoft.com/office/drawing/2014/main" id="{6D9E98F5-7434-4200-82E3-C66E0BE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6" name="perf-title">
            <a:extLst xmlns:a="http://schemas.openxmlformats.org/drawingml/2006/main">
              <a:ext uri="{FF2B5EF4-FFF2-40B4-BE49-F238E27FC236}">
                <a16:creationId xmlns:a16="http://schemas.microsoft.com/office/drawing/2014/main" id="{51994157-713F-4448-83D0-322E645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76850"/>
            <a:ext cx="1022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Performance space Y</a:t>
            </a:r>
          </a:p>
        </p:txBody>
      </p:sp>
      <p:sp>
        <p:nvSpPr>
          <p:cNvPr id="57" name="perf-body">
            <a:extLst xmlns:a="http://schemas.openxmlformats.org/drawingml/2006/main">
              <a:ext uri="{FF2B5EF4-FFF2-40B4-BE49-F238E27FC236}">
                <a16:creationId xmlns:a16="http://schemas.microsoft.com/office/drawing/2014/main" id="{D6DEB915-468F-49C4-9F85-859FD84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022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label(x) = argmin_a T(a, x)     example: Timsort 13.2 µs, Introsort 18.7 µs, Heapsort 24.5 µs</a:t>
            </a:r>
          </a:p>
        </p:txBody>
      </p:sp>
      <p:sp>
        <p:nvSpPr>
          <p:cNvPr id="58" name="a-y-from">
            <a:extLst xmlns:a="http://schemas.openxmlformats.org/drawingml/2006/main">
              <a:ext uri="{FF2B5EF4-FFF2-40B4-BE49-F238E27FC236}">
                <a16:creationId xmlns:a16="http://schemas.microsoft.com/office/drawing/2014/main" id="{9FE55020-3BE2-4C57-8BC8-81227A3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a-y-to">
            <a:extLst xmlns:a="http://schemas.openxmlformats.org/drawingml/2006/main">
              <a:ext uri="{FF2B5EF4-FFF2-40B4-BE49-F238E27FC236}">
                <a16:creationId xmlns:a16="http://schemas.microsoft.com/office/drawing/2014/main" id="{C974B2E2-854B-44A8-8C75-3445757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476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0" name="a-y"/>
          <p:cNvCxnSpPr>
            <a:stCxn xmlns:a="http://schemas.openxmlformats.org/drawingml/2006/main" id="58" idx="0"/>
            <a:endCxn xmlns:a="http://schemas.openxmlformats.org/drawingml/2006/main" id="59" idx="1"/>
          </p:cNvCxnSpPr>
          <p:nvPr/>
        </p:nvCxnSpPr>
        <p:spPr>
          <a:xfrm xmlns:a="http://schemas.openxmlformats.org/drawingml/2006/main" rot="5400000">
            <a:off x="10510838" y="4462463"/>
            <a:ext cx="657225" cy="704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537601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56A3789-5ECC-4CB9-9707-8BBC7B31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ACECCA4-E79D-49D0-9EF2-90E9C67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620C8F4-6A2D-48B3-ABF9-01B02B57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F45C70-7445-4CD0-BC57-07D0363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System Architecture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2F76129-A2F3-4D75-B6E4-B970E11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43111D0-6DDC-4AD6-A937-BC06C6F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7" name="main">
            <a:extLst xmlns:a="http://schemas.openxmlformats.org/drawingml/2006/main">
              <a:ext uri="{FF2B5EF4-FFF2-40B4-BE49-F238E27FC236}">
                <a16:creationId xmlns:a16="http://schemas.microsoft.com/office/drawing/2014/main" id="{E6D1A6CE-D73C-4ABE-8F1D-CF00217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620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6AA8B8E7-3691-464E-9032-D2DABF3D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143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arch-node-0-title">
            <a:extLst xmlns:a="http://schemas.openxmlformats.org/drawingml/2006/main">
              <a:ext uri="{FF2B5EF4-FFF2-40B4-BE49-F238E27FC236}">
                <a16:creationId xmlns:a16="http://schemas.microsoft.com/office/drawing/2014/main" id="{F4BEAA4D-0972-4EBB-BE86-43AF9C4C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95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array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058D77BC-BB4E-4913-BA66-3DD08AB0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arch-node-1-title">
            <a:extLst xmlns:a="http://schemas.openxmlformats.org/drawingml/2006/main">
              <a:ext uri="{FF2B5EF4-FFF2-40B4-BE49-F238E27FC236}">
                <a16:creationId xmlns:a16="http://schemas.microsoft.com/office/drawing/2014/main" id="{5EFB5958-5D1F-4C9B-B9FA-AD9BB4A8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O(n)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features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BC04A085-1E3B-48C1-9CF0-2A2F1D25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619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arch-node-2-title">
            <a:extLst xmlns:a="http://schemas.openxmlformats.org/drawingml/2006/main">
              <a:ext uri="{FF2B5EF4-FFF2-40B4-BE49-F238E27FC236}">
                <a16:creationId xmlns:a16="http://schemas.microsoft.com/office/drawing/2014/main" id="{53555F92-9ECC-4B41-AB08-E809E557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XGBoost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selector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4B381030-8787-41C4-9A1E-D84E090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1524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arch-node-3-title">
            <a:extLst xmlns:a="http://schemas.openxmlformats.org/drawingml/2006/main">
              <a:ext uri="{FF2B5EF4-FFF2-40B4-BE49-F238E27FC236}">
                <a16:creationId xmlns:a16="http://schemas.microsoft.com/office/drawing/2014/main" id="{40CB18B7-E151-4FFF-900F-5B6BF6F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chosen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algorithm</a:t>
            </a:r>
          </a:p>
        </p:txBody>
      </p:sp>
      <p:sp>
        <p:nvSpPr>
          <p:cNvPr id="16" name="arch-1-from">
            <a:extLst xmlns:a="http://schemas.openxmlformats.org/drawingml/2006/main">
              <a:ext uri="{FF2B5EF4-FFF2-40B4-BE49-F238E27FC236}">
                <a16:creationId xmlns:a16="http://schemas.microsoft.com/office/drawing/2014/main" id="{06D6C725-D055-4DDB-9E0B-4B9E525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to">
            <a:extLst xmlns:a="http://schemas.openxmlformats.org/drawingml/2006/main">
              <a:ext uri="{FF2B5EF4-FFF2-40B4-BE49-F238E27FC236}">
                <a16:creationId xmlns:a16="http://schemas.microsoft.com/office/drawing/2014/main" id="{AC41FFE4-D0CD-48CD-AAF9-0534C537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arch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194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 xmlns:a="http://schemas.openxmlformats.org/drawingml/2006/main">
              <a:ext uri="{FF2B5EF4-FFF2-40B4-BE49-F238E27FC236}">
                <a16:creationId xmlns:a16="http://schemas.microsoft.com/office/drawing/2014/main" id="{CECFBFF2-97A4-42B8-9326-6843C8CE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2-to">
            <a:extLst xmlns:a="http://schemas.openxmlformats.org/drawingml/2006/main">
              <a:ext uri="{FF2B5EF4-FFF2-40B4-BE49-F238E27FC236}">
                <a16:creationId xmlns:a16="http://schemas.microsoft.com/office/drawing/2014/main" id="{8E9FEAF2-3800-4CD5-8754-A301EA54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arch-2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114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 xmlns:a="http://schemas.openxmlformats.org/drawingml/2006/main">
              <a:ext uri="{FF2B5EF4-FFF2-40B4-BE49-F238E27FC236}">
                <a16:creationId xmlns:a16="http://schemas.microsoft.com/office/drawing/2014/main" id="{F2E8978D-A5FF-4468-AAC3-7FEDE7F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3-to">
            <a:extLst xmlns:a="http://schemas.openxmlformats.org/drawingml/2006/main">
              <a:ext uri="{FF2B5EF4-FFF2-40B4-BE49-F238E27FC236}">
                <a16:creationId xmlns:a16="http://schemas.microsoft.com/office/drawing/2014/main" id="{0F8CB3B0-E023-45EE-932E-AE651649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arch-3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37235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 xmlns:a="http://schemas.openxmlformats.org/drawingml/2006/main">
              <a:ext uri="{FF2B5EF4-FFF2-40B4-BE49-F238E27FC236}">
                <a16:creationId xmlns:a16="http://schemas.microsoft.com/office/drawing/2014/main" id="{1C6F58BE-3401-4523-916B-7623C6C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81150"/>
            <a:ext cx="2762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main-track-title">
            <a:extLst xmlns:a="http://schemas.openxmlformats.org/drawingml/2006/main">
              <a:ext uri="{FF2B5EF4-FFF2-40B4-BE49-F238E27FC236}">
                <a16:creationId xmlns:a16="http://schemas.microsoft.com/office/drawing/2014/main" id="{8E224A9B-0D48-4264-B643-F5764312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33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27" name="main-track-body">
            <a:extLst xmlns:a="http://schemas.openxmlformats.org/drawingml/2006/main">
              <a:ext uri="{FF2B5EF4-FFF2-40B4-BE49-F238E27FC236}">
                <a16:creationId xmlns:a16="http://schemas.microsoft.com/office/drawing/2014/main" id="{417A839F-C10D-4511-91AE-8395BF69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28" name="predict">
            <a:extLst xmlns:a="http://schemas.openxmlformats.org/drawingml/2006/main">
              <a:ext uri="{FF2B5EF4-FFF2-40B4-BE49-F238E27FC236}">
                <a16:creationId xmlns:a16="http://schemas.microsoft.com/office/drawing/2014/main" id="{CBAD6801-0593-47FB-BEEA-BBB8500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81300"/>
            <a:ext cx="27622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predict-title">
            <a:extLst xmlns:a="http://schemas.openxmlformats.org/drawingml/2006/main">
              <a:ext uri="{FF2B5EF4-FFF2-40B4-BE49-F238E27FC236}">
                <a16:creationId xmlns:a16="http://schemas.microsoft.com/office/drawing/2014/main" id="{BAED09BE-CEA0-496F-8675-41872F2E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33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Prediction path</a:t>
            </a:r>
          </a:p>
        </p:txBody>
      </p:sp>
      <p:sp>
        <p:nvSpPr>
          <p:cNvPr id="30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144448E5-8CE5-4793-B224-E56B727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features → XGBoost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31" name="separate">
            <a:extLst xmlns:a="http://schemas.openxmlformats.org/drawingml/2006/main">
              <a:ext uri="{FF2B5EF4-FFF2-40B4-BE49-F238E27FC236}">
                <a16:creationId xmlns:a16="http://schemas.microsoft.com/office/drawing/2014/main" id="{56F85840-B2E9-422E-892B-28524C52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276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eparate-title">
            <a:extLst xmlns:a="http://schemas.openxmlformats.org/drawingml/2006/main">
              <a:ext uri="{FF2B5EF4-FFF2-40B4-BE49-F238E27FC236}">
                <a16:creationId xmlns:a16="http://schemas.microsoft.com/office/drawing/2014/main" id="{7ADF8370-1866-4141-AEC8-E01F1096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324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Separate track</a:t>
            </a:r>
          </a:p>
        </p:txBody>
      </p:sp>
      <p:sp>
        <p:nvSpPr>
          <p:cNvPr id="33" name="separate-body">
            <a:extLst xmlns:a="http://schemas.openxmlformats.org/drawingml/2006/main">
              <a:ext uri="{FF2B5EF4-FFF2-40B4-BE49-F238E27FC236}">
                <a16:creationId xmlns:a16="http://schemas.microsoft.com/office/drawing/2014/main" id="{B522F6BC-303B-4063-9971-275F30D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F1-specific routing stays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210492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FE4DC4C-515E-493C-9E5A-4DD1A29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FBE42FC-A3E4-4260-8213-FD2D1F19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3C0C3C2-F781-40EF-AD23-925E0971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42AB9C-158B-41CA-84A6-30AEA621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corpus uses five structurally diverse real-world domains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8C5580-30B3-4C48-BCC5-F4AE1CD4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42E519C-8A19-41A4-B6AC-D835F60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6/28</a:t>
            </a:r>
          </a:p>
        </p:txBody>
      </p:sp>
      <p:sp>
        <p:nvSpPr>
          <p:cNvPr id="7" name="metric-1.18M-90">
            <a:extLst xmlns:a="http://schemas.openxmlformats.org/drawingml/2006/main">
              <a:ext uri="{FF2B5EF4-FFF2-40B4-BE49-F238E27FC236}">
                <a16:creationId xmlns:a16="http://schemas.microsoft.com/office/drawing/2014/main" id="{33D20D37-31DD-466E-BADF-A419D188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1.18M</a:t>
            </a:r>
          </a:p>
        </p:txBody>
      </p:sp>
      <p:sp>
        <p:nvSpPr>
          <p:cNvPr id="8" name="metric-label-1.18M-90">
            <a:extLst xmlns:a="http://schemas.openxmlformats.org/drawingml/2006/main">
              <a:ext uri="{FF2B5EF4-FFF2-40B4-BE49-F238E27FC236}">
                <a16:creationId xmlns:a16="http://schemas.microsoft.com/office/drawing/2014/main" id="{0FC2D107-FB92-40A2-8551-012B77D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9810"/>
            <a:ext cx="2476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labeled array instances</a:t>
            </a:r>
          </a:p>
        </p:txBody>
      </p:sp>
      <p:sp>
        <p:nvSpPr>
          <p:cNvPr id="9" name="domain-0">
            <a:extLst xmlns:a="http://schemas.openxmlformats.org/drawingml/2006/main">
              <a:ext uri="{FF2B5EF4-FFF2-40B4-BE49-F238E27FC236}">
                <a16:creationId xmlns:a16="http://schemas.microsoft.com/office/drawing/2014/main" id="{DFF5B3F8-2987-47D9-93CD-DE7B6A2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domain-0-title">
            <a:extLst xmlns:a="http://schemas.openxmlformats.org/drawingml/2006/main">
              <a:ext uri="{FF2B5EF4-FFF2-40B4-BE49-F238E27FC236}">
                <a16:creationId xmlns:a16="http://schemas.microsoft.com/office/drawing/2014/main" id="{3F0AC4D3-CED7-4049-A253-FD14D118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Formula 1 telemetry</a:t>
            </a:r>
          </a:p>
        </p:txBody>
      </p:sp>
      <p:sp>
        <p:nvSpPr>
          <p:cNvPr id="11" name="domain-1">
            <a:extLst xmlns:a="http://schemas.openxmlformats.org/drawingml/2006/main">
              <a:ext uri="{FF2B5EF4-FFF2-40B4-BE49-F238E27FC236}">
                <a16:creationId xmlns:a16="http://schemas.microsoft.com/office/drawing/2014/main" id="{D5E335A0-251D-4277-9DBC-A0AC50C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domain-1-title">
            <a:extLst xmlns:a="http://schemas.openxmlformats.org/drawingml/2006/main">
              <a:ext uri="{FF2B5EF4-FFF2-40B4-BE49-F238E27FC236}">
                <a16:creationId xmlns:a16="http://schemas.microsoft.com/office/drawing/2014/main" id="{F04F94FE-82A8-43C1-9876-08D59F23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Equity prices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12D934E9-6096-43A1-BE35-586A6816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domain-2-title">
            <a:extLst xmlns:a="http://schemas.openxmlformats.org/drawingml/2006/main">
              <a:ext uri="{FF2B5EF4-FFF2-40B4-BE49-F238E27FC236}">
                <a16:creationId xmlns:a16="http://schemas.microsoft.com/office/drawing/2014/main" id="{72921D4A-2D9C-4532-ADD5-BA02DE34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Cryptocurrency OHLCV</a:t>
            </a:r>
          </a:p>
        </p:txBody>
      </p:sp>
      <p:sp>
        <p:nvSpPr>
          <p:cNvPr id="15" name="domain-3">
            <a:extLst xmlns:a="http://schemas.openxmlformats.org/drawingml/2006/main">
              <a:ext uri="{FF2B5EF4-FFF2-40B4-BE49-F238E27FC236}">
                <a16:creationId xmlns:a16="http://schemas.microsoft.com/office/drawing/2014/main" id="{B28C96F9-37C9-4149-A224-E087C123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domain-3-title">
            <a:extLst xmlns:a="http://schemas.openxmlformats.org/drawingml/2006/main">
              <a:ext uri="{FF2B5EF4-FFF2-40B4-BE49-F238E27FC236}">
                <a16:creationId xmlns:a16="http://schemas.microsoft.com/office/drawing/2014/main" id="{09A2A4BA-17AD-440D-9642-489FE98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Weather</a:t>
            </a:r>
          </a:p>
        </p:txBody>
      </p:sp>
      <p:sp>
        <p:nvSpPr>
          <p:cNvPr id="17" name="domain-4">
            <a:extLst xmlns:a="http://schemas.openxmlformats.org/drawingml/2006/main">
              <a:ext uri="{FF2B5EF4-FFF2-40B4-BE49-F238E27FC236}">
                <a16:creationId xmlns:a16="http://schemas.microsoft.com/office/drawing/2014/main" id="{0AE2FD1B-558E-4703-AA29-EDF4D3BD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domain-4-title">
            <a:extLst xmlns:a="http://schemas.openxmlformats.org/drawingml/2006/main">
              <a:ext uri="{FF2B5EF4-FFF2-40B4-BE49-F238E27FC236}">
                <a16:creationId xmlns:a16="http://schemas.microsoft.com/office/drawing/2014/main" id="{806477B3-34FB-4CDE-AE18-45F1019E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10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Seismic measurements</a:t>
            </a:r>
          </a:p>
        </p:txBody>
      </p:sp>
      <p:sp>
        <p:nvSpPr>
          <p:cNvPr id="19" name="domain-note">
            <a:extLst xmlns:a="http://schemas.openxmlformats.org/drawingml/2006/main">
              <a:ext uri="{FF2B5EF4-FFF2-40B4-BE49-F238E27FC236}">
                <a16:creationId xmlns:a16="http://schemas.microsoft.com/office/drawing/2014/main" id="{EAD97A3B-0023-4596-B052-C0F6420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34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2131432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AF4A59A-DBE1-44D2-8F12-320F701B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45955A0-B546-4500-A9B7-B6E2EA0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FCB5BB5-8EEB-4D23-BC79-192E640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5065A3-7FA5-494A-B51C-9673A745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C9DAC9-DA08-4958-8AF3-002711C1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0C3D21E-38C2-4241-82CB-785A809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7/28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986C6DD1-2579-41DB-8622-A9F59C2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1143000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holdout-axis">
            <a:extLst xmlns:a="http://schemas.openxmlformats.org/drawingml/2006/main">
              <a:ext uri="{FF2B5EF4-FFF2-40B4-BE49-F238E27FC236}">
                <a16:creationId xmlns:a16="http://schemas.microsoft.com/office/drawing/2014/main" id="{2465BDA1-0A9C-4017-A4FD-5C85DF9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1490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holdout-yaxis">
            <a:extLst xmlns:a="http://schemas.openxmlformats.org/drawingml/2006/main">
              <a:ext uri="{FF2B5EF4-FFF2-40B4-BE49-F238E27FC236}">
                <a16:creationId xmlns:a16="http://schemas.microsoft.com/office/drawing/2014/main" id="{3C4D02DE-5A46-45FB-AC6D-A9FB7A5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21046B0D-6D85-4802-A902-F06440B8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1306"/>
            <a:ext cx="419100" cy="2083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oldout-val-0-0">
            <a:extLst xmlns:a="http://schemas.openxmlformats.org/drawingml/2006/main">
              <a:ext uri="{FF2B5EF4-FFF2-40B4-BE49-F238E27FC236}">
                <a16:creationId xmlns:a16="http://schemas.microsoft.com/office/drawing/2014/main" id="{9660660F-5F47-456D-951C-9678B896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08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90D2D954-DD8A-44A6-8D0E-4101055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9394"/>
            <a:ext cx="419100" cy="214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ldout-val-0-1">
            <a:extLst xmlns:a="http://schemas.openxmlformats.org/drawingml/2006/main">
              <a:ext uri="{FF2B5EF4-FFF2-40B4-BE49-F238E27FC236}">
                <a16:creationId xmlns:a16="http://schemas.microsoft.com/office/drawing/2014/main" id="{20A680BC-B1F0-4199-82D9-DBF70E5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88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C2E01103-2197-49C0-B912-C3FE7AC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33DFE1E4-4E43-47E0-AECF-E87C9520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59894"/>
            <a:ext cx="419100" cy="1955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ldout-val-1-0">
            <a:extLst xmlns:a="http://schemas.openxmlformats.org/drawingml/2006/main">
              <a:ext uri="{FF2B5EF4-FFF2-40B4-BE49-F238E27FC236}">
                <a16:creationId xmlns:a16="http://schemas.microsoft.com/office/drawing/2014/main" id="{574E4741-B3BA-4D60-833A-D6BB6B1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27693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68D84819-DA98-4E90-B58D-255D66D6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45" y="2652713"/>
            <a:ext cx="419100" cy="2262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ldout-val-1-1">
            <a:extLst xmlns:a="http://schemas.openxmlformats.org/drawingml/2006/main">
              <a:ext uri="{FF2B5EF4-FFF2-40B4-BE49-F238E27FC236}">
                <a16:creationId xmlns:a16="http://schemas.microsoft.com/office/drawing/2014/main" id="{D05733F3-5973-4A0C-A42D-82F5ED21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145" y="2462213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557C06AC-45E9-419F-A99F-42DE106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BE2269F1-719F-4D3E-9A2B-5AC1ECC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2800350"/>
            <a:ext cx="419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oldout-val-2-0">
            <a:extLst xmlns:a="http://schemas.openxmlformats.org/drawingml/2006/main">
              <a:ext uri="{FF2B5EF4-FFF2-40B4-BE49-F238E27FC236}">
                <a16:creationId xmlns:a16="http://schemas.microsoft.com/office/drawing/2014/main" id="{7153A30E-9DD5-4E30-B7ED-094627C8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90" y="260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2580DD49-DD02-4CE7-97A3-B26E5C61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3117056"/>
            <a:ext cx="419100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oldout-val-2-1">
            <a:extLst xmlns:a="http://schemas.openxmlformats.org/drawingml/2006/main">
              <a:ext uri="{FF2B5EF4-FFF2-40B4-BE49-F238E27FC236}">
                <a16:creationId xmlns:a16="http://schemas.microsoft.com/office/drawing/2014/main" id="{7A817FDA-D110-4C88-A1C5-615ECF5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92655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304E2A47-CA38-48CF-A77E-7E28EBC9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F3BCCDCD-40C2-45A1-900C-917240E4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2819400"/>
            <a:ext cx="419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oldout-val-3-0">
            <a:extLst xmlns:a="http://schemas.openxmlformats.org/drawingml/2006/main">
              <a:ext uri="{FF2B5EF4-FFF2-40B4-BE49-F238E27FC236}">
                <a16:creationId xmlns:a16="http://schemas.microsoft.com/office/drawing/2014/main" id="{CBD2470C-B529-476A-B48D-3C62526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6289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F6846F3A-AF99-493A-AA49-D26A61B8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755106"/>
            <a:ext cx="419100" cy="2159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ldout-val-3-1">
            <a:extLst xmlns:a="http://schemas.openxmlformats.org/drawingml/2006/main">
              <a:ext uri="{FF2B5EF4-FFF2-40B4-BE49-F238E27FC236}">
                <a16:creationId xmlns:a16="http://schemas.microsoft.com/office/drawing/2014/main" id="{954F4FC8-4FB0-44A5-B52D-3237EE4F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285" y="25646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FA2A0332-41A6-459B-9BD9-5B95C0C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83691697-5F31-49E1-8DEC-FD08B513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3471863"/>
            <a:ext cx="419100" cy="1443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oldout-val-4-0">
            <a:extLst xmlns:a="http://schemas.openxmlformats.org/drawingml/2006/main">
              <a:ext uri="{FF2B5EF4-FFF2-40B4-BE49-F238E27FC236}">
                <a16:creationId xmlns:a16="http://schemas.microsoft.com/office/drawing/2014/main" id="{0F0DBC84-9AF3-4920-A372-C7DF15C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281363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B1F45175-5655-4389-B6E7-6EF23298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55" y="2778919"/>
            <a:ext cx="419100" cy="2135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oldout-val-4-1">
            <a:extLst xmlns:a="http://schemas.openxmlformats.org/drawingml/2006/main">
              <a:ext uri="{FF2B5EF4-FFF2-40B4-BE49-F238E27FC236}">
                <a16:creationId xmlns:a16="http://schemas.microsoft.com/office/drawing/2014/main" id="{B47CB03C-9CAF-4225-BC9C-F5F84102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355" y="2588419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52BAA634-7500-40D6-9408-10F10EA0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Weather</a:t>
            </a:r>
          </a:p>
        </p:txBody>
      </p:sp>
      <p:sp>
        <p:nvSpPr>
          <p:cNvPr id="35" name="legend-a">
            <a:extLst xmlns:a="http://schemas.openxmlformats.org/drawingml/2006/main">
              <a:ext uri="{FF2B5EF4-FFF2-40B4-BE49-F238E27FC236}">
                <a16:creationId xmlns:a16="http://schemas.microsoft.com/office/drawing/2014/main" id="{B44BCF6E-7B3F-4827-B67A-201AB98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66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9BD5"/>
                </a:solidFill>
              </a:defRPr>
            </a:pPr>
            <a:r>
              <a:rPr sz="975">
                <a:solidFill>
                  <a:srgbClr val="5B9BD5"/>
                </a:solidFill>
              </a:rPr>
              <a:t>accuracy</a:t>
            </a:r>
          </a:p>
        </p:txBody>
      </p:sp>
      <p:sp>
        <p:nvSpPr>
          <p:cNvPr id="36" name="legend-b">
            <a:extLst xmlns:a="http://schemas.openxmlformats.org/drawingml/2006/main">
              <a:ext uri="{FF2B5EF4-FFF2-40B4-BE49-F238E27FC236}">
                <a16:creationId xmlns:a16="http://schemas.microsoft.com/office/drawing/2014/main" id="{BA70EEED-D387-47EA-85DF-25AAF1CA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14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4511E"/>
                </a:solidFill>
              </a:defRPr>
            </a:pPr>
            <a:r>
              <a:rPr sz="975">
                <a:solidFill>
                  <a:srgbClr val="F4511E"/>
                </a:solidFill>
              </a:rPr>
              <a:t>gap closed</a:t>
            </a:r>
          </a:p>
        </p:txBody>
      </p:sp>
    </p:spTree>
    <p:extLst>
      <p:ext uri="{BB962C8B-B14F-4D97-AF65-F5344CB8AC3E}">
        <p14:creationId xmlns:p14="http://schemas.microsoft.com/office/powerpoint/2010/main" val="1193922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DC49925-C531-44BE-AC74-6073C837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C01CCD8-45F6-4414-894E-B2AA15A3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E95F4A3-EA88-4777-9AB3-FC3822BE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819704-0547-4FF9-A8A5-0233FB0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Five real domains, five different numeric traces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5634E4-53A6-4E22-87FB-1A46A447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51243BE-4664-43B8-B9FD-5C814EBE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8/28</a:t>
            </a:r>
          </a:p>
        </p:txBody>
      </p:sp>
      <p:sp>
        <p:nvSpPr>
          <p:cNvPr id="7" name="sample-0">
            <a:extLst xmlns:a="http://schemas.openxmlformats.org/drawingml/2006/main">
              <a:ext uri="{FF2B5EF4-FFF2-40B4-BE49-F238E27FC236}">
                <a16:creationId xmlns:a16="http://schemas.microsoft.com/office/drawing/2014/main" id="{B7E0B455-FAD1-45A2-A720-FC12BB8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ample-0-title">
            <a:extLst xmlns:a="http://schemas.openxmlformats.org/drawingml/2006/main">
              <a:ext uri="{FF2B5EF4-FFF2-40B4-BE49-F238E27FC236}">
                <a16:creationId xmlns:a16="http://schemas.microsoft.com/office/drawing/2014/main" id="{55542079-7FB2-42CE-8689-37C05E09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Stock market</a:t>
            </a:r>
          </a:p>
        </p:txBody>
      </p:sp>
      <p:sp>
        <p:nvSpPr>
          <p:cNvPr id="9" name="spark-0-seg-1">
            <a:extLst xmlns:a="http://schemas.openxmlformats.org/drawingml/2006/main">
              <a:ext uri="{FF2B5EF4-FFF2-40B4-BE49-F238E27FC236}">
                <a16:creationId xmlns:a16="http://schemas.microsoft.com/office/drawing/2014/main" id="{CE587884-45FF-44C4-AA8D-B0DB42C5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52845" cy="-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0" name="spark-0-seg-2">
            <a:extLst xmlns:a="http://schemas.openxmlformats.org/drawingml/2006/main">
              <a:ext uri="{FF2B5EF4-FFF2-40B4-BE49-F238E27FC236}">
                <a16:creationId xmlns:a16="http://schemas.microsoft.com/office/drawing/2014/main" id="{B6CF6D05-5876-4CC9-A0D4-76B44CD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5" y="2861310"/>
            <a:ext cx="252845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1" name="spark-0-seg-3">
            <a:extLst xmlns:a="http://schemas.openxmlformats.org/drawingml/2006/main">
              <a:ext uri="{FF2B5EF4-FFF2-40B4-BE49-F238E27FC236}">
                <a16:creationId xmlns:a16="http://schemas.microsoft.com/office/drawing/2014/main" id="{14A28B2D-B28C-4033-ACAE-31F627E7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791" y="2887980"/>
            <a:ext cx="252845" cy="13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2" name="spark-0-seg-4">
            <a:extLst xmlns:a="http://schemas.openxmlformats.org/drawingml/2006/main">
              <a:ext uri="{FF2B5EF4-FFF2-40B4-BE49-F238E27FC236}">
                <a16:creationId xmlns:a16="http://schemas.microsoft.com/office/drawing/2014/main" id="{B2BDD38A-6455-4BDE-9E87-E927855D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636" y="2901315"/>
            <a:ext cx="252845" cy="-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3" name="spark-0-seg-5">
            <a:extLst xmlns:a="http://schemas.openxmlformats.org/drawingml/2006/main">
              <a:ext uri="{FF2B5EF4-FFF2-40B4-BE49-F238E27FC236}">
                <a16:creationId xmlns:a16="http://schemas.microsoft.com/office/drawing/2014/main" id="{DBD44C6F-590E-43F6-A531-11D55CF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482" y="2794635"/>
            <a:ext cx="252845" cy="-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4" name="spark-0-seg-6">
            <a:extLst xmlns:a="http://schemas.openxmlformats.org/drawingml/2006/main">
              <a:ext uri="{FF2B5EF4-FFF2-40B4-BE49-F238E27FC236}">
                <a16:creationId xmlns:a16="http://schemas.microsoft.com/office/drawing/2014/main" id="{0988BEC7-D55A-4CAC-96CB-0201F659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27" y="2754630"/>
            <a:ext cx="252845" cy="-933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5" name="spark-0-seg-7">
            <a:extLst xmlns:a="http://schemas.openxmlformats.org/drawingml/2006/main">
              <a:ext uri="{FF2B5EF4-FFF2-40B4-BE49-F238E27FC236}">
                <a16:creationId xmlns:a16="http://schemas.microsoft.com/office/drawing/2014/main" id="{53E3298F-D28C-4479-90AC-BBCBE66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173" y="2661285"/>
            <a:ext cx="252845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6" name="spark-0-seg-8">
            <a:extLst xmlns:a="http://schemas.openxmlformats.org/drawingml/2006/main">
              <a:ext uri="{FF2B5EF4-FFF2-40B4-BE49-F238E27FC236}">
                <a16:creationId xmlns:a16="http://schemas.microsoft.com/office/drawing/2014/main" id="{28E50EB4-373A-42DE-939E-7BF021F8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18" y="2687955"/>
            <a:ext cx="252845" cy="-933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7" name="spark-0-seg-9">
            <a:extLst xmlns:a="http://schemas.openxmlformats.org/drawingml/2006/main">
              <a:ext uri="{FF2B5EF4-FFF2-40B4-BE49-F238E27FC236}">
                <a16:creationId xmlns:a16="http://schemas.microsoft.com/office/drawing/2014/main" id="{D2A3A95A-9ED6-4393-B4B7-8EE3D29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864" y="2594610"/>
            <a:ext cx="252845" cy="-1200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8" name="spark-0-seg-10">
            <a:extLst xmlns:a="http://schemas.openxmlformats.org/drawingml/2006/main">
              <a:ext uri="{FF2B5EF4-FFF2-40B4-BE49-F238E27FC236}">
                <a16:creationId xmlns:a16="http://schemas.microsoft.com/office/drawing/2014/main" id="{149BAE79-5E74-4A20-9009-9E355195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709" y="2474595"/>
            <a:ext cx="252845" cy="-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19" name="spark-0-seg-11">
            <a:extLst xmlns:a="http://schemas.openxmlformats.org/drawingml/2006/main">
              <a:ext uri="{FF2B5EF4-FFF2-40B4-BE49-F238E27FC236}">
                <a16:creationId xmlns:a16="http://schemas.microsoft.com/office/drawing/2014/main" id="{58840BA5-AB2E-49F9-956D-37FE767C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555" y="2434590"/>
            <a:ext cx="252845" cy="-186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511E"/>
            </a:solidFill>
            <a:prstDash val="solid"/>
          </a:ln>
        </p:spPr>
      </p:sp>
      <p:sp>
        <p:nvSpPr>
          <p:cNvPr id="20" name="sample-meta-0">
            <a:extLst xmlns:a="http://schemas.openxmlformats.org/drawingml/2006/main">
              <a:ext uri="{FF2B5EF4-FFF2-40B4-BE49-F238E27FC236}">
                <a16:creationId xmlns:a16="http://schemas.microsoft.com/office/drawing/2014/main" id="{FD31B777-FC27-4327-8C47-D09BE8F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numeric trace used as an array instance</a:t>
            </a:r>
          </a:p>
        </p:txBody>
      </p:sp>
      <p:sp>
        <p:nvSpPr>
          <p:cNvPr id="21" name="sample-1">
            <a:extLst xmlns:a="http://schemas.openxmlformats.org/drawingml/2006/main">
              <a:ext uri="{FF2B5EF4-FFF2-40B4-BE49-F238E27FC236}">
                <a16:creationId xmlns:a16="http://schemas.microsoft.com/office/drawing/2014/main" id="{E08182AE-35C3-4F96-A75E-87FEFFEF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24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sample-1-title">
            <a:extLst xmlns:a="http://schemas.openxmlformats.org/drawingml/2006/main">
              <a:ext uri="{FF2B5EF4-FFF2-40B4-BE49-F238E27FC236}">
                <a16:creationId xmlns:a16="http://schemas.microsoft.com/office/drawing/2014/main" id="{45B1983F-E31A-44A8-B477-233FE5DA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676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Cryptocurrency</a:t>
            </a:r>
          </a:p>
        </p:txBody>
      </p:sp>
      <p:sp>
        <p:nvSpPr>
          <p:cNvPr id="23" name="spark-1-seg-1">
            <a:extLst xmlns:a="http://schemas.openxmlformats.org/drawingml/2006/main">
              <a:ext uri="{FF2B5EF4-FFF2-40B4-BE49-F238E27FC236}">
                <a16:creationId xmlns:a16="http://schemas.microsoft.com/office/drawing/2014/main" id="{FBCA9C32-4092-49C1-B3D2-C122A88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42177"/>
            <a:ext cx="252845" cy="-28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24" name="spark-1-seg-2">
            <a:extLst xmlns:a="http://schemas.openxmlformats.org/drawingml/2006/main">
              <a:ext uri="{FF2B5EF4-FFF2-40B4-BE49-F238E27FC236}">
                <a16:creationId xmlns:a16="http://schemas.microsoft.com/office/drawing/2014/main" id="{1848D6C1-C7EB-4AC3-8DB4-7D45E21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70" y="2813188"/>
            <a:ext cx="252845" cy="1014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25" name="spark-1-seg-3">
            <a:extLst xmlns:a="http://schemas.openxmlformats.org/drawingml/2006/main">
              <a:ext uri="{FF2B5EF4-FFF2-40B4-BE49-F238E27FC236}">
                <a16:creationId xmlns:a16="http://schemas.microsoft.com/office/drawing/2014/main" id="{FEDADBE7-38E3-42CD-813C-1408C93C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416" y="2914650"/>
            <a:ext cx="252845" cy="-3043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26" name="spark-1-seg-4">
            <a:extLst xmlns:a="http://schemas.openxmlformats.org/drawingml/2006/main">
              <a:ext uri="{FF2B5EF4-FFF2-40B4-BE49-F238E27FC236}">
                <a16:creationId xmlns:a16="http://schemas.microsoft.com/office/drawing/2014/main" id="{E68D491C-3C64-48D4-A585-9FC0283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261" y="2610264"/>
            <a:ext cx="252845" cy="579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27" name="spark-1-seg-5">
            <a:extLst xmlns:a="http://schemas.openxmlformats.org/drawingml/2006/main">
              <a:ext uri="{FF2B5EF4-FFF2-40B4-BE49-F238E27FC236}">
                <a16:creationId xmlns:a16="http://schemas.microsoft.com/office/drawing/2014/main" id="{918A1380-0FB6-47CF-B7C3-7849F7C2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107" y="2668242"/>
            <a:ext cx="252845" cy="-130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28" name="spark-1-seg-6">
            <a:extLst xmlns:a="http://schemas.openxmlformats.org/drawingml/2006/main">
              <a:ext uri="{FF2B5EF4-FFF2-40B4-BE49-F238E27FC236}">
                <a16:creationId xmlns:a16="http://schemas.microsoft.com/office/drawing/2014/main" id="{5D4DEAB3-7F14-4D9B-8F48-006477D2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952" y="2537791"/>
            <a:ext cx="252845" cy="1739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29" name="spark-1-seg-7">
            <a:extLst xmlns:a="http://schemas.openxmlformats.org/drawingml/2006/main">
              <a:ext uri="{FF2B5EF4-FFF2-40B4-BE49-F238E27FC236}">
                <a16:creationId xmlns:a16="http://schemas.microsoft.com/office/drawing/2014/main" id="{BDAD558E-83BE-474C-9BEF-7339B57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798" y="2711726"/>
            <a:ext cx="252845" cy="-2609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30" name="spark-1-seg-8">
            <a:extLst xmlns:a="http://schemas.openxmlformats.org/drawingml/2006/main">
              <a:ext uri="{FF2B5EF4-FFF2-40B4-BE49-F238E27FC236}">
                <a16:creationId xmlns:a16="http://schemas.microsoft.com/office/drawing/2014/main" id="{F35C3726-821A-4E19-9AD4-2E3FBB88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643" y="2450824"/>
            <a:ext cx="252845" cy="-724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31" name="spark-1-seg-9">
            <a:extLst xmlns:a="http://schemas.openxmlformats.org/drawingml/2006/main">
              <a:ext uri="{FF2B5EF4-FFF2-40B4-BE49-F238E27FC236}">
                <a16:creationId xmlns:a16="http://schemas.microsoft.com/office/drawing/2014/main" id="{C0EB9AF6-67D6-478C-BD66-734F77AE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89" y="2378351"/>
            <a:ext cx="252845" cy="1884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32" name="spark-1-seg-10">
            <a:extLst xmlns:a="http://schemas.openxmlformats.org/drawingml/2006/main">
              <a:ext uri="{FF2B5EF4-FFF2-40B4-BE49-F238E27FC236}">
                <a16:creationId xmlns:a16="http://schemas.microsoft.com/office/drawing/2014/main" id="{9DC3BA23-3371-4507-BC94-8FBE9A3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334" y="2566780"/>
            <a:ext cx="252845" cy="-318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33" name="spark-1-seg-11">
            <a:extLst xmlns:a="http://schemas.openxmlformats.org/drawingml/2006/main">
              <a:ext uri="{FF2B5EF4-FFF2-40B4-BE49-F238E27FC236}">
                <a16:creationId xmlns:a16="http://schemas.microsoft.com/office/drawing/2014/main" id="{F818CFBB-C5E7-4235-ACA0-7001C84D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180" y="2247900"/>
            <a:ext cx="252845" cy="724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34" name="sample-meta-1">
            <a:extLst xmlns:a="http://schemas.openxmlformats.org/drawingml/2006/main">
              <a:ext uri="{FF2B5EF4-FFF2-40B4-BE49-F238E27FC236}">
                <a16:creationId xmlns:a16="http://schemas.microsoft.com/office/drawing/2014/main" id="{C4F5FF65-E806-443B-B5D9-365DF311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337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numeric trace used as an array instance</a:t>
            </a:r>
          </a:p>
        </p:txBody>
      </p:sp>
      <p:sp>
        <p:nvSpPr>
          <p:cNvPr id="35" name="sample-2">
            <a:extLst xmlns:a="http://schemas.openxmlformats.org/drawingml/2006/main">
              <a:ext uri="{FF2B5EF4-FFF2-40B4-BE49-F238E27FC236}">
                <a16:creationId xmlns:a16="http://schemas.microsoft.com/office/drawing/2014/main" id="{A9D38AA8-FA75-4214-863C-C0261F81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sample-2-title">
            <a:extLst xmlns:a="http://schemas.openxmlformats.org/drawingml/2006/main">
              <a:ext uri="{FF2B5EF4-FFF2-40B4-BE49-F238E27FC236}">
                <a16:creationId xmlns:a16="http://schemas.microsoft.com/office/drawing/2014/main" id="{8A597F67-6AF7-4FAC-8761-710475C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Weather</a:t>
            </a:r>
          </a:p>
        </p:txBody>
      </p:sp>
      <p:sp>
        <p:nvSpPr>
          <p:cNvPr id="37" name="spark-2-seg-1">
            <a:extLst xmlns:a="http://schemas.openxmlformats.org/drawingml/2006/main">
              <a:ext uri="{FF2B5EF4-FFF2-40B4-BE49-F238E27FC236}">
                <a16:creationId xmlns:a16="http://schemas.microsoft.com/office/drawing/2014/main" id="{74962AF5-0946-4EFE-9772-6F780DB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252845" cy="-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38" name="spark-2-seg-2">
            <a:extLst xmlns:a="http://schemas.openxmlformats.org/drawingml/2006/main">
              <a:ext uri="{FF2B5EF4-FFF2-40B4-BE49-F238E27FC236}">
                <a16:creationId xmlns:a16="http://schemas.microsoft.com/office/drawing/2014/main" id="{D2DB574F-DDD4-443C-9E69-E488B20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195" y="2819400"/>
            <a:ext cx="252845" cy="-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39" name="spark-2-seg-3">
            <a:extLst xmlns:a="http://schemas.openxmlformats.org/drawingml/2006/main">
              <a:ext uri="{FF2B5EF4-FFF2-40B4-BE49-F238E27FC236}">
                <a16:creationId xmlns:a16="http://schemas.microsoft.com/office/drawing/2014/main" id="{E213697D-0EA3-4E0D-9862-FAF5FA04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41" y="2724150"/>
            <a:ext cx="252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0" name="spark-2-seg-4">
            <a:extLst xmlns:a="http://schemas.openxmlformats.org/drawingml/2006/main">
              <a:ext uri="{FF2B5EF4-FFF2-40B4-BE49-F238E27FC236}">
                <a16:creationId xmlns:a16="http://schemas.microsoft.com/office/drawing/2014/main" id="{6960C971-FCEB-4A49-8140-AF2C3A3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886" y="2724150"/>
            <a:ext cx="252845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1" name="spark-2-seg-5">
            <a:extLst xmlns:a="http://schemas.openxmlformats.org/drawingml/2006/main">
              <a:ext uri="{FF2B5EF4-FFF2-40B4-BE49-F238E27FC236}">
                <a16:creationId xmlns:a16="http://schemas.microsoft.com/office/drawing/2014/main" id="{4150E095-F3F8-4ABD-BFEA-C8BCE39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732" y="2533650"/>
            <a:ext cx="25284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2" name="spark-2-seg-6">
            <a:extLst xmlns:a="http://schemas.openxmlformats.org/drawingml/2006/main">
              <a:ext uri="{FF2B5EF4-FFF2-40B4-BE49-F238E27FC236}">
                <a16:creationId xmlns:a16="http://schemas.microsoft.com/office/drawing/2014/main" id="{D8B410CA-19C4-449B-B365-F57DA811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577" y="2628900"/>
            <a:ext cx="252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3" name="spark-2-seg-7">
            <a:extLst xmlns:a="http://schemas.openxmlformats.org/drawingml/2006/main">
              <a:ext uri="{FF2B5EF4-FFF2-40B4-BE49-F238E27FC236}">
                <a16:creationId xmlns:a16="http://schemas.microsoft.com/office/drawing/2014/main" id="{B5287533-EB22-4BD4-9569-79A22B01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423" y="2628900"/>
            <a:ext cx="252845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4" name="spark-2-seg-8">
            <a:extLst xmlns:a="http://schemas.openxmlformats.org/drawingml/2006/main">
              <a:ext uri="{FF2B5EF4-FFF2-40B4-BE49-F238E27FC236}">
                <a16:creationId xmlns:a16="http://schemas.microsoft.com/office/drawing/2014/main" id="{BA59658A-4823-4B27-9BD2-85D62884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268" y="2438400"/>
            <a:ext cx="252845" cy="-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5" name="spark-2-seg-9">
            <a:extLst xmlns:a="http://schemas.openxmlformats.org/drawingml/2006/main">
              <a:ext uri="{FF2B5EF4-FFF2-40B4-BE49-F238E27FC236}">
                <a16:creationId xmlns:a16="http://schemas.microsoft.com/office/drawing/2014/main" id="{37B3B7A7-DAA3-4D0B-A6AA-1122E5F3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1114" y="2343150"/>
            <a:ext cx="25284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6" name="spark-2-seg-10">
            <a:extLst xmlns:a="http://schemas.openxmlformats.org/drawingml/2006/main">
              <a:ext uri="{FF2B5EF4-FFF2-40B4-BE49-F238E27FC236}">
                <a16:creationId xmlns:a16="http://schemas.microsoft.com/office/drawing/2014/main" id="{709F0780-3D8B-41C3-8940-9F93A06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959" y="2438400"/>
            <a:ext cx="25284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7" name="spark-2-seg-11">
            <a:extLst xmlns:a="http://schemas.openxmlformats.org/drawingml/2006/main">
              <a:ext uri="{FF2B5EF4-FFF2-40B4-BE49-F238E27FC236}">
                <a16:creationId xmlns:a16="http://schemas.microsoft.com/office/drawing/2014/main" id="{1BA534D5-176F-4427-903D-F4155DF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6805" y="2533650"/>
            <a:ext cx="252845" cy="-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52A"/>
            </a:solidFill>
            <a:prstDash val="solid"/>
          </a:ln>
        </p:spPr>
      </p:sp>
      <p:sp>
        <p:nvSpPr>
          <p:cNvPr id="48" name="sample-meta-2">
            <a:extLst xmlns:a="http://schemas.openxmlformats.org/drawingml/2006/main">
              <a:ext uri="{FF2B5EF4-FFF2-40B4-BE49-F238E27FC236}">
                <a16:creationId xmlns:a16="http://schemas.microsoft.com/office/drawing/2014/main" id="{379F476A-E78D-462A-A5CA-0D079740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numeric trace used as an array instance</a:t>
            </a:r>
          </a:p>
        </p:txBody>
      </p:sp>
      <p:sp>
        <p:nvSpPr>
          <p:cNvPr id="49" name="sample-3">
            <a:extLst xmlns:a="http://schemas.openxmlformats.org/drawingml/2006/main">
              <a:ext uri="{FF2B5EF4-FFF2-40B4-BE49-F238E27FC236}">
                <a16:creationId xmlns:a16="http://schemas.microsoft.com/office/drawing/2014/main" id="{295CEC5F-2D35-4F78-BC16-4D024E2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0" name="sample-3-title">
            <a:extLst xmlns:a="http://schemas.openxmlformats.org/drawingml/2006/main">
              <a:ext uri="{FF2B5EF4-FFF2-40B4-BE49-F238E27FC236}">
                <a16:creationId xmlns:a16="http://schemas.microsoft.com/office/drawing/2014/main" id="{0811B787-FE3C-485E-80A7-8DF6DC1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Formula 1 telemetry</a:t>
            </a:r>
          </a:p>
        </p:txBody>
      </p:sp>
      <p:sp>
        <p:nvSpPr>
          <p:cNvPr id="51" name="spark-3-seg-1">
            <a:extLst xmlns:a="http://schemas.openxmlformats.org/drawingml/2006/main">
              <a:ext uri="{FF2B5EF4-FFF2-40B4-BE49-F238E27FC236}">
                <a16:creationId xmlns:a16="http://schemas.microsoft.com/office/drawing/2014/main" id="{742A40E3-EDA3-409C-899E-8F328B0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95900"/>
            <a:ext cx="252845" cy="-86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2" name="spark-3-seg-2">
            <a:extLst xmlns:a="http://schemas.openxmlformats.org/drawingml/2006/main">
              <a:ext uri="{FF2B5EF4-FFF2-40B4-BE49-F238E27FC236}">
                <a16:creationId xmlns:a16="http://schemas.microsoft.com/office/drawing/2014/main" id="{0A2FACC2-F0A9-4C98-9EF0-CE72A492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45" y="5208933"/>
            <a:ext cx="252845" cy="-144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3" name="spark-3-seg-3">
            <a:extLst xmlns:a="http://schemas.openxmlformats.org/drawingml/2006/main">
              <a:ext uri="{FF2B5EF4-FFF2-40B4-BE49-F238E27FC236}">
                <a16:creationId xmlns:a16="http://schemas.microsoft.com/office/drawing/2014/main" id="{1A737BA4-1F00-49B4-B395-8EDC16AB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291" y="5063987"/>
            <a:ext cx="252845" cy="-231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4" name="spark-3-seg-4">
            <a:extLst xmlns:a="http://schemas.openxmlformats.org/drawingml/2006/main">
              <a:ext uri="{FF2B5EF4-FFF2-40B4-BE49-F238E27FC236}">
                <a16:creationId xmlns:a16="http://schemas.microsoft.com/office/drawing/2014/main" id="{913E8B42-96F4-47A6-8237-8442250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136" y="4832074"/>
            <a:ext cx="252845" cy="28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5" name="spark-3-seg-5">
            <a:extLst xmlns:a="http://schemas.openxmlformats.org/drawingml/2006/main">
              <a:ext uri="{FF2B5EF4-FFF2-40B4-BE49-F238E27FC236}">
                <a16:creationId xmlns:a16="http://schemas.microsoft.com/office/drawing/2014/main" id="{0D2E6DA5-F425-4940-B038-E9D498B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982" y="4861063"/>
            <a:ext cx="252845" cy="28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6" name="spark-3-seg-6">
            <a:extLst xmlns:a="http://schemas.openxmlformats.org/drawingml/2006/main">
              <a:ext uri="{FF2B5EF4-FFF2-40B4-BE49-F238E27FC236}">
                <a16:creationId xmlns:a16="http://schemas.microsoft.com/office/drawing/2014/main" id="{BD49D7DC-7F8A-49E5-8926-01B19929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27" y="4890052"/>
            <a:ext cx="252845" cy="115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7" name="spark-3-seg-7">
            <a:extLst xmlns:a="http://schemas.openxmlformats.org/drawingml/2006/main">
              <a:ext uri="{FF2B5EF4-FFF2-40B4-BE49-F238E27FC236}">
                <a16:creationId xmlns:a16="http://schemas.microsoft.com/office/drawing/2014/main" id="{0E7BFB56-9557-4192-83A5-D534E287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673" y="5006009"/>
            <a:ext cx="252845" cy="86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8" name="spark-3-seg-8">
            <a:extLst xmlns:a="http://schemas.openxmlformats.org/drawingml/2006/main">
              <a:ext uri="{FF2B5EF4-FFF2-40B4-BE49-F238E27FC236}">
                <a16:creationId xmlns:a16="http://schemas.microsoft.com/office/drawing/2014/main" id="{2FEF183B-7886-436E-BBE3-0610C14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518" y="5092976"/>
            <a:ext cx="252845" cy="-115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59" name="spark-3-seg-9">
            <a:extLst xmlns:a="http://schemas.openxmlformats.org/drawingml/2006/main">
              <a:ext uri="{FF2B5EF4-FFF2-40B4-BE49-F238E27FC236}">
                <a16:creationId xmlns:a16="http://schemas.microsoft.com/office/drawing/2014/main" id="{5849C91E-AB39-4C1F-8654-8C578162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364" y="4977020"/>
            <a:ext cx="252845" cy="-231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60" name="spark-3-seg-10">
            <a:extLst xmlns:a="http://schemas.openxmlformats.org/drawingml/2006/main">
              <a:ext uri="{FF2B5EF4-FFF2-40B4-BE49-F238E27FC236}">
                <a16:creationId xmlns:a16="http://schemas.microsoft.com/office/drawing/2014/main" id="{B2DB19B7-E160-4207-A3B0-FAF8C54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209" y="4745107"/>
            <a:ext cx="252845" cy="-115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61" name="spark-3-seg-11">
            <a:extLst xmlns:a="http://schemas.openxmlformats.org/drawingml/2006/main">
              <a:ext uri="{FF2B5EF4-FFF2-40B4-BE49-F238E27FC236}">
                <a16:creationId xmlns:a16="http://schemas.microsoft.com/office/drawing/2014/main" id="{1D39DDF5-613C-49B3-BD0D-4315691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055" y="4629150"/>
            <a:ext cx="252845" cy="86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6FB0"/>
            </a:solidFill>
            <a:prstDash val="solid"/>
          </a:ln>
        </p:spPr>
      </p:sp>
      <p:sp>
        <p:nvSpPr>
          <p:cNvPr id="62" name="sample-meta-3">
            <a:extLst xmlns:a="http://schemas.openxmlformats.org/drawingml/2006/main">
              <a:ext uri="{FF2B5EF4-FFF2-40B4-BE49-F238E27FC236}">
                <a16:creationId xmlns:a16="http://schemas.microsoft.com/office/drawing/2014/main" id="{0E0F8327-83B3-4871-80AA-4315D088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14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numeric trace used as an array instance</a:t>
            </a:r>
          </a:p>
        </p:txBody>
      </p:sp>
      <p:sp>
        <p:nvSpPr>
          <p:cNvPr id="63" name="sample-4">
            <a:extLst xmlns:a="http://schemas.openxmlformats.org/drawingml/2006/main">
              <a:ext uri="{FF2B5EF4-FFF2-40B4-BE49-F238E27FC236}">
                <a16:creationId xmlns:a16="http://schemas.microsoft.com/office/drawing/2014/main" id="{A75F9D35-5356-4740-A05F-879D901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4" name="sample-4-title">
            <a:extLst xmlns:a="http://schemas.openxmlformats.org/drawingml/2006/main">
              <a:ext uri="{FF2B5EF4-FFF2-40B4-BE49-F238E27FC236}">
                <a16:creationId xmlns:a16="http://schemas.microsoft.com/office/drawing/2014/main" id="{06048D53-A1C4-48C5-A442-5F41FBF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576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Seismic events</a:t>
            </a:r>
          </a:p>
        </p:txBody>
      </p:sp>
      <p:sp>
        <p:nvSpPr>
          <p:cNvPr id="65" name="spark-4-seg-1">
            <a:extLst xmlns:a="http://schemas.openxmlformats.org/drawingml/2006/main">
              <a:ext uri="{FF2B5EF4-FFF2-40B4-BE49-F238E27FC236}">
                <a16:creationId xmlns:a16="http://schemas.microsoft.com/office/drawing/2014/main" id="{9929F072-6BFC-4EBB-9387-FF5F3814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95900"/>
            <a:ext cx="252845" cy="-51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66" name="spark-4-seg-2">
            <a:extLst xmlns:a="http://schemas.openxmlformats.org/drawingml/2006/main">
              <a:ext uri="{FF2B5EF4-FFF2-40B4-BE49-F238E27FC236}">
                <a16:creationId xmlns:a16="http://schemas.microsoft.com/office/drawing/2014/main" id="{0AF0928C-DBAC-4196-8097-5920EBCB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695" y="5244612"/>
            <a:ext cx="252845" cy="51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67" name="spark-4-seg-3">
            <a:extLst xmlns:a="http://schemas.openxmlformats.org/drawingml/2006/main">
              <a:ext uri="{FF2B5EF4-FFF2-40B4-BE49-F238E27FC236}">
                <a16:creationId xmlns:a16="http://schemas.microsoft.com/office/drawing/2014/main" id="{71380921-DD8B-4204-8755-FDDD97A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541" y="5295900"/>
            <a:ext cx="252845" cy="-2564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68" name="spark-4-seg-4">
            <a:extLst xmlns:a="http://schemas.openxmlformats.org/drawingml/2006/main">
              <a:ext uri="{FF2B5EF4-FFF2-40B4-BE49-F238E27FC236}">
                <a16:creationId xmlns:a16="http://schemas.microsoft.com/office/drawing/2014/main" id="{08B1E070-A240-4FB4-887C-E6F75CCC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386" y="5039458"/>
            <a:ext cx="252845" cy="153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69" name="spark-4-seg-5">
            <a:extLst xmlns:a="http://schemas.openxmlformats.org/drawingml/2006/main">
              <a:ext uri="{FF2B5EF4-FFF2-40B4-BE49-F238E27FC236}">
                <a16:creationId xmlns:a16="http://schemas.microsoft.com/office/drawing/2014/main" id="{7E4864DC-21F2-4E0A-8406-97D8FEA0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32" y="5193323"/>
            <a:ext cx="252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0" name="spark-4-seg-6">
            <a:extLst xmlns:a="http://schemas.openxmlformats.org/drawingml/2006/main">
              <a:ext uri="{FF2B5EF4-FFF2-40B4-BE49-F238E27FC236}">
                <a16:creationId xmlns:a16="http://schemas.microsoft.com/office/drawing/2014/main" id="{186EDD5F-9826-4523-85BB-43557784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077" y="5193323"/>
            <a:ext cx="252845" cy="-4103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1" name="spark-4-seg-7">
            <a:extLst xmlns:a="http://schemas.openxmlformats.org/drawingml/2006/main">
              <a:ext uri="{FF2B5EF4-FFF2-40B4-BE49-F238E27FC236}">
                <a16:creationId xmlns:a16="http://schemas.microsoft.com/office/drawing/2014/main" id="{D4846830-EB81-4A7E-B83C-A1018ED5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23" y="4783015"/>
            <a:ext cx="252845" cy="2564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2" name="spark-4-seg-8">
            <a:extLst xmlns:a="http://schemas.openxmlformats.org/drawingml/2006/main">
              <a:ext uri="{FF2B5EF4-FFF2-40B4-BE49-F238E27FC236}">
                <a16:creationId xmlns:a16="http://schemas.microsoft.com/office/drawing/2014/main" id="{F053444E-42E0-4DD3-B638-6A859023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768" y="5039458"/>
            <a:ext cx="252845" cy="102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3" name="spark-4-seg-9">
            <a:extLst xmlns:a="http://schemas.openxmlformats.org/drawingml/2006/main">
              <a:ext uri="{FF2B5EF4-FFF2-40B4-BE49-F238E27FC236}">
                <a16:creationId xmlns:a16="http://schemas.microsoft.com/office/drawing/2014/main" id="{3B5D67CB-2326-40F9-89FF-B8F450B8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614" y="5142035"/>
            <a:ext cx="252845" cy="-205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4" name="spark-4-seg-10">
            <a:extLst xmlns:a="http://schemas.openxmlformats.org/drawingml/2006/main">
              <a:ext uri="{FF2B5EF4-FFF2-40B4-BE49-F238E27FC236}">
                <a16:creationId xmlns:a16="http://schemas.microsoft.com/office/drawing/2014/main" id="{4BDBBC90-D845-48A9-A26E-DC51AE7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459" y="4936881"/>
            <a:ext cx="252845" cy="307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5" name="spark-4-seg-11">
            <a:extLst xmlns:a="http://schemas.openxmlformats.org/drawingml/2006/main">
              <a:ext uri="{FF2B5EF4-FFF2-40B4-BE49-F238E27FC236}">
                <a16:creationId xmlns:a16="http://schemas.microsoft.com/office/drawing/2014/main" id="{E8920998-4467-4F0C-A853-61CF1C1B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305" y="5244612"/>
            <a:ext cx="252845" cy="-6154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6A6"/>
            </a:solidFill>
            <a:prstDash val="solid"/>
          </a:ln>
        </p:spPr>
      </p:sp>
      <p:sp>
        <p:nvSpPr>
          <p:cNvPr id="76" name="sample-meta-4">
            <a:extLst xmlns:a="http://schemas.openxmlformats.org/drawingml/2006/main">
              <a:ext uri="{FF2B5EF4-FFF2-40B4-BE49-F238E27FC236}">
                <a16:creationId xmlns:a16="http://schemas.microsoft.com/office/drawing/2014/main" id="{6BE105D0-D351-4929-9021-8BE28433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314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numeric trace used as an array instance</a:t>
            </a:r>
          </a:p>
        </p:txBody>
      </p:sp>
    </p:spTree>
    <p:extLst>
      <p:ext uri="{BB962C8B-B14F-4D97-AF65-F5344CB8AC3E}">
        <p14:creationId xmlns:p14="http://schemas.microsoft.com/office/powerpoint/2010/main" val="2139194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035DEDE-98E8-4D00-BB2F-5D73A422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F425843-9DEF-40A1-81C0-0191328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6BFD04C-EA46-4A04-9262-9DBFDEE3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2E3888-5885-41A8-9312-9FD2659B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Sixteen O(n) structural features characterise each array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02A1DD-1677-40C1-A5FF-08CB4A5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E850F56-A554-417E-AE06-9E24089D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9/28</a:t>
            </a:r>
          </a:p>
        </p:txBody>
      </p:sp>
      <p:sp>
        <p:nvSpPr>
          <p:cNvPr id="7" name="flow">
            <a:extLst xmlns:a="http://schemas.openxmlformats.org/drawingml/2006/main">
              <a:ext uri="{FF2B5EF4-FFF2-40B4-BE49-F238E27FC236}">
                <a16:creationId xmlns:a16="http://schemas.microsoft.com/office/drawing/2014/main" id="{0C0A6934-32F8-4903-B8E5-ACDA2F4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A720A0E2-2BF8-49B6-AF1D-0063AC23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7153476D-68D6-427A-AC7D-95E99EB1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0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Raw array</a:t>
            </a:r>
          </a:p>
        </p:txBody>
      </p:sp>
      <p:sp>
        <p:nvSpPr>
          <p:cNvPr id="10" name="flow-arrow-0-from">
            <a:extLst xmlns:a="http://schemas.openxmlformats.org/drawingml/2006/main">
              <a:ext uri="{FF2B5EF4-FFF2-40B4-BE49-F238E27FC236}">
                <a16:creationId xmlns:a16="http://schemas.microsoft.com/office/drawing/2014/main" id="{22B909E5-4C11-4D9A-A9FC-0C8D775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arrow-0-to">
            <a:extLst xmlns:a="http://schemas.openxmlformats.org/drawingml/2006/main">
              <a:ext uri="{FF2B5EF4-FFF2-40B4-BE49-F238E27FC236}">
                <a16:creationId xmlns:a16="http://schemas.microsoft.com/office/drawing/2014/main" id="{CE3B5384-5CBF-4EA5-B0DB-7391FF7C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flow-arrow-0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343150" y="2571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A01DB7F7-213A-47D8-87F5-8DE58BB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383C38D3-A5FB-41A1-8C83-AD38594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Structural scan</a:t>
            </a:r>
          </a:p>
        </p:txBody>
      </p:sp>
      <p:sp>
        <p:nvSpPr>
          <p:cNvPr id="15" name="flow-arrow-1-from">
            <a:extLst xmlns:a="http://schemas.openxmlformats.org/drawingml/2006/main">
              <a:ext uri="{FF2B5EF4-FFF2-40B4-BE49-F238E27FC236}">
                <a16:creationId xmlns:a16="http://schemas.microsoft.com/office/drawing/2014/main" id="{E6332CC4-EC0D-4A4A-BDFA-EB2ED153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rrow-1-to">
            <a:extLst xmlns:a="http://schemas.openxmlformats.org/drawingml/2006/main">
              <a:ext uri="{FF2B5EF4-FFF2-40B4-BE49-F238E27FC236}">
                <a16:creationId xmlns:a16="http://schemas.microsoft.com/office/drawing/2014/main" id="{C5843AED-C512-4F1F-8B62-9F1A217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flow-arrow-1"/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343150" y="3352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F153D110-CC6F-4B08-B0AD-A4A56286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7D0B24CD-D9B7-40FB-A8F7-29545745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 vector</a:t>
            </a:r>
          </a:p>
        </p:txBody>
      </p:sp>
      <p:sp>
        <p:nvSpPr>
          <p:cNvPr id="20" name="flow-arrow-2-from">
            <a:extLst xmlns:a="http://schemas.openxmlformats.org/drawingml/2006/main">
              <a:ext uri="{FF2B5EF4-FFF2-40B4-BE49-F238E27FC236}">
                <a16:creationId xmlns:a16="http://schemas.microsoft.com/office/drawing/2014/main" id="{CFE02D2A-2C6D-4B4A-BD05-499A9485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434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arrow-2-to">
            <a:extLst xmlns:a="http://schemas.openxmlformats.org/drawingml/2006/main">
              <a:ext uri="{FF2B5EF4-FFF2-40B4-BE49-F238E27FC236}">
                <a16:creationId xmlns:a16="http://schemas.microsoft.com/office/drawing/2014/main" id="{AD5F9E11-0DF2-4FB3-A608-6C6F1933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flow-arrow-2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2343150" y="4133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992D0088-EE07-4363-9AA5-443E4BD7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7D14DFFD-9F60-4071-B940-2932AA34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Model input</a:t>
            </a:r>
          </a:p>
        </p:txBody>
      </p:sp>
      <p:sp>
        <p:nvSpPr>
          <p:cNvPr id="25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CEA9977C-61B4-4A90-9F3B-786CC4AC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5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feature-core-title">
            <a:extLst xmlns:a="http://schemas.openxmlformats.org/drawingml/2006/main">
              <a:ext uri="{FF2B5EF4-FFF2-40B4-BE49-F238E27FC236}">
                <a16:creationId xmlns:a16="http://schemas.microsoft.com/office/drawing/2014/main" id="{E3A0642D-1B6E-45AB-AFDD-93D705FB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7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 ∈ R^16</a:t>
            </a:r>
          </a:p>
        </p:txBody>
      </p:sp>
      <p:sp>
        <p:nvSpPr>
          <p:cNvPr id="27" name="flow-core-from">
            <a:extLst xmlns:a="http://schemas.openxmlformats.org/drawingml/2006/main">
              <a:ext uri="{FF2B5EF4-FFF2-40B4-BE49-F238E27FC236}">
                <a16:creationId xmlns:a16="http://schemas.microsoft.com/office/drawing/2014/main" id="{E362C481-FF36-4A04-942A-1169454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core-to">
            <a:extLst xmlns:a="http://schemas.openxmlformats.org/drawingml/2006/main">
              <a:ext uri="{FF2B5EF4-FFF2-40B4-BE49-F238E27FC236}">
                <a16:creationId xmlns:a16="http://schemas.microsoft.com/office/drawing/2014/main" id="{588BA42F-B91C-4D9D-8171-92F2C0A3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1" name="flow-core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114675" y="3295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 xmlns:a="http://schemas.openxmlformats.org/drawingml/2006/main">
              <a:ext uri="{FF2B5EF4-FFF2-40B4-BE49-F238E27FC236}">
                <a16:creationId xmlns:a16="http://schemas.microsoft.com/office/drawing/2014/main" id="{BFDEB8D0-A7EB-48A7-A54B-EC3AA7C8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fg-0-title">
            <a:extLst xmlns:a="http://schemas.openxmlformats.org/drawingml/2006/main">
              <a:ext uri="{FF2B5EF4-FFF2-40B4-BE49-F238E27FC236}">
                <a16:creationId xmlns:a16="http://schemas.microsoft.com/office/drawing/2014/main" id="{55211C0A-E319-48BB-B308-F1E3672A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32" name="fg-0-body">
            <a:extLst xmlns:a="http://schemas.openxmlformats.org/drawingml/2006/main">
              <a:ext uri="{FF2B5EF4-FFF2-40B4-BE49-F238E27FC236}">
                <a16:creationId xmlns:a16="http://schemas.microsoft.com/office/drawing/2014/main" id="{D7F9F6A0-A5C2-4611-9CA9-0BFF703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length_norm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size effects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cache / constants</a:t>
            </a:r>
          </a:p>
        </p:txBody>
      </p:sp>
      <p:sp>
        <p:nvSpPr>
          <p:cNvPr id="33" name="fg-1">
            <a:extLst xmlns:a="http://schemas.openxmlformats.org/drawingml/2006/main">
              <a:ext uri="{FF2B5EF4-FFF2-40B4-BE49-F238E27FC236}">
                <a16:creationId xmlns:a16="http://schemas.microsoft.com/office/drawing/2014/main" id="{50FA5BD8-7A24-4A7F-9925-7D4454C2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fg-1-title">
            <a:extLst xmlns:a="http://schemas.openxmlformats.org/drawingml/2006/main">
              <a:ext uri="{FF2B5EF4-FFF2-40B4-BE49-F238E27FC236}">
                <a16:creationId xmlns:a16="http://schemas.microsoft.com/office/drawing/2014/main" id="{07499BB3-17DB-431F-824F-EDFA78EC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Ordering</a:t>
            </a:r>
          </a:p>
        </p:txBody>
      </p:sp>
      <p:sp>
        <p:nvSpPr>
          <p:cNvPr id="35" name="fg-1-body">
            <a:extLst xmlns:a="http://schemas.openxmlformats.org/drawingml/2006/main">
              <a:ext uri="{FF2B5EF4-FFF2-40B4-BE49-F238E27FC236}">
                <a16:creationId xmlns:a16="http://schemas.microsoft.com/office/drawing/2014/main" id="{87D5F2A0-EF0D-4707-B77C-BEE05147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adj_sorted_ratio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runs_ratio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inversion_ratio</a:t>
            </a:r>
          </a:p>
        </p:txBody>
      </p:sp>
      <p:sp>
        <p:nvSpPr>
          <p:cNvPr id="36" name="fg-2">
            <a:extLst xmlns:a="http://schemas.openxmlformats.org/drawingml/2006/main">
              <a:ext uri="{FF2B5EF4-FFF2-40B4-BE49-F238E27FC236}">
                <a16:creationId xmlns:a16="http://schemas.microsoft.com/office/drawing/2014/main" id="{2551F809-31E4-4F1B-BAEC-B14F665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fg-2-title">
            <a:extLst xmlns:a="http://schemas.openxmlformats.org/drawingml/2006/main">
              <a:ext uri="{FF2B5EF4-FFF2-40B4-BE49-F238E27FC236}">
                <a16:creationId xmlns:a16="http://schemas.microsoft.com/office/drawing/2014/main" id="{FD4C56A4-B5BF-4483-B1B8-BF52736A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Repetition</a:t>
            </a:r>
          </a:p>
        </p:txBody>
      </p:sp>
      <p:sp>
        <p:nvSpPr>
          <p:cNvPr id="38" name="fg-2-body">
            <a:extLst xmlns:a="http://schemas.openxmlformats.org/drawingml/2006/main">
              <a:ext uri="{FF2B5EF4-FFF2-40B4-BE49-F238E27FC236}">
                <a16:creationId xmlns:a16="http://schemas.microsoft.com/office/drawing/2014/main" id="{6154F999-E0AC-4B00-82CD-5C68DA9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duplicate_ratio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top1_freq_ratio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top5_freq_ratio</a:t>
            </a:r>
          </a:p>
        </p:txBody>
      </p:sp>
      <p:sp>
        <p:nvSpPr>
          <p:cNvPr id="39" name="fg-3">
            <a:extLst xmlns:a="http://schemas.openxmlformats.org/drawingml/2006/main">
              <a:ext uri="{FF2B5EF4-FFF2-40B4-BE49-F238E27FC236}">
                <a16:creationId xmlns:a16="http://schemas.microsoft.com/office/drawing/2014/main" id="{203F0FAC-12C7-494A-A7A7-5900C7B2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0" name="fg-3-title">
            <a:extLst xmlns:a="http://schemas.openxmlformats.org/drawingml/2006/main">
              <a:ext uri="{FF2B5EF4-FFF2-40B4-BE49-F238E27FC236}">
                <a16:creationId xmlns:a16="http://schemas.microsoft.com/office/drawing/2014/main" id="{5184CA31-BB81-4288-BB05-65C4237F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Distribution</a:t>
            </a:r>
          </a:p>
        </p:txBody>
      </p:sp>
      <p:sp>
        <p:nvSpPr>
          <p:cNvPr id="41" name="fg-3-body">
            <a:extLst xmlns:a="http://schemas.openxmlformats.org/drawingml/2006/main">
              <a:ext uri="{FF2B5EF4-FFF2-40B4-BE49-F238E27FC236}">
                <a16:creationId xmlns:a16="http://schemas.microsoft.com/office/drawing/2014/main" id="{D65742DA-4920-4201-AE1C-FA29FD74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entropy_ratio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skewness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outlier_ratio</a:t>
            </a:r>
          </a:p>
        </p:txBody>
      </p:sp>
      <p:sp>
        <p:nvSpPr>
          <p:cNvPr id="42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2FD41029-D4B1-4040-BB50-93DCA8E6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18412200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3C59217-2809-4B76-8787-B6C76870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FA3ABFC-9A45-44B0-BB2D-A194B26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808E636-36E5-482F-8B6B-CC408EDC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F8E707-6AB5-42AF-8C19-8F0796F6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D02631-DB9E-4A5D-B44B-0C401576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884DAA3-4678-4142-84B2-521F7A2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A60B87F6-E7ED-42C4-9C49-B3CFCD3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11715750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i-name-0">
            <a:extLst xmlns:a="http://schemas.openxmlformats.org/drawingml/2006/main">
              <a:ext uri="{FF2B5EF4-FFF2-40B4-BE49-F238E27FC236}">
                <a16:creationId xmlns:a16="http://schemas.microsoft.com/office/drawing/2014/main" id="{8F2EDCD4-0EEC-4EDC-94DF-B77BC6B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B84852CF-9CBD-4869-B9BF-3C394E4E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545323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-val-0">
            <a:extLst xmlns:a="http://schemas.openxmlformats.org/drawingml/2006/main">
              <a:ext uri="{FF2B5EF4-FFF2-40B4-BE49-F238E27FC236}">
                <a16:creationId xmlns:a16="http://schemas.microsoft.com/office/drawing/2014/main" id="{357E5E37-DF0F-4DCE-870C-773C0BD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0.262</a:t>
            </a:r>
          </a:p>
        </p:txBody>
      </p:sp>
      <p:sp>
        <p:nvSpPr>
          <p:cNvPr id="11" name="fi-name-1">
            <a:extLst xmlns:a="http://schemas.openxmlformats.org/drawingml/2006/main">
              <a:ext uri="{FF2B5EF4-FFF2-40B4-BE49-F238E27FC236}">
                <a16:creationId xmlns:a16="http://schemas.microsoft.com/office/drawing/2014/main" id="{C9F219D7-EFD1-4246-97DA-54F3489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90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E0693A97-6CB0-4F98-9B62-B8600CE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38297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-val-1">
            <a:extLst xmlns:a="http://schemas.openxmlformats.org/drawingml/2006/main">
              <a:ext uri="{FF2B5EF4-FFF2-40B4-BE49-F238E27FC236}">
                <a16:creationId xmlns:a16="http://schemas.microsoft.com/office/drawing/2014/main" id="{3DFDF8AC-3541-4AEB-888E-D1499B4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90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0.184</a:t>
            </a:r>
          </a:p>
        </p:txBody>
      </p:sp>
      <p:sp>
        <p:nvSpPr>
          <p:cNvPr id="14" name="fi-name-2">
            <a:extLst xmlns:a="http://schemas.openxmlformats.org/drawingml/2006/main">
              <a:ext uri="{FF2B5EF4-FFF2-40B4-BE49-F238E27FC236}">
                <a16:creationId xmlns:a16="http://schemas.microsoft.com/office/drawing/2014/main" id="{504A484E-EE96-4141-A95E-599B2BB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FA585CDD-562F-4053-9C57-B9B7868D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66511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-val-2">
            <a:extLst xmlns:a="http://schemas.openxmlformats.org/drawingml/2006/main">
              <a:ext uri="{FF2B5EF4-FFF2-40B4-BE49-F238E27FC236}">
                <a16:creationId xmlns:a16="http://schemas.microsoft.com/office/drawing/2014/main" id="{BD5BE0D6-8A16-4D7F-9AC9-9E1D7814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0.080</a:t>
            </a:r>
          </a:p>
        </p:txBody>
      </p:sp>
      <p:sp>
        <p:nvSpPr>
          <p:cNvPr id="17" name="fi-name-3">
            <a:extLst xmlns:a="http://schemas.openxmlformats.org/drawingml/2006/main">
              <a:ext uri="{FF2B5EF4-FFF2-40B4-BE49-F238E27FC236}">
                <a16:creationId xmlns:a16="http://schemas.microsoft.com/office/drawing/2014/main" id="{AC8ACA92-2FBF-4D48-8885-3EFF177C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813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294CD61E-7FD3-4CC8-B71A-561B02AA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16442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-val-3">
            <a:extLst xmlns:a="http://schemas.openxmlformats.org/drawingml/2006/main">
              <a:ext uri="{FF2B5EF4-FFF2-40B4-BE49-F238E27FC236}">
                <a16:creationId xmlns:a16="http://schemas.microsoft.com/office/drawing/2014/main" id="{A4E66D66-3F92-4972-82B7-A9F4D6F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813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0.079</a:t>
            </a:r>
          </a:p>
        </p:txBody>
      </p:sp>
      <p:sp>
        <p:nvSpPr>
          <p:cNvPr id="20" name="fi-name-4">
            <a:extLst xmlns:a="http://schemas.openxmlformats.org/drawingml/2006/main">
              <a:ext uri="{FF2B5EF4-FFF2-40B4-BE49-F238E27FC236}">
                <a16:creationId xmlns:a16="http://schemas.microsoft.com/office/drawing/2014/main" id="{3935B538-7D2E-49B8-AAED-06723AAB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3D01F7BA-7CFF-4F65-8E6A-B5A2CC58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156104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-val-4">
            <a:extLst xmlns:a="http://schemas.openxmlformats.org/drawingml/2006/main">
              <a:ext uri="{FF2B5EF4-FFF2-40B4-BE49-F238E27FC236}">
                <a16:creationId xmlns:a16="http://schemas.microsoft.com/office/drawing/2014/main" id="{55F861CD-AE2F-4745-9D5A-0164B7F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0.075</a:t>
            </a:r>
          </a:p>
        </p:txBody>
      </p:sp>
      <p:sp>
        <p:nvSpPr>
          <p:cNvPr id="23" name="fi-name-5">
            <a:extLst xmlns:a="http://schemas.openxmlformats.org/drawingml/2006/main">
              <a:ext uri="{FF2B5EF4-FFF2-40B4-BE49-F238E27FC236}">
                <a16:creationId xmlns:a16="http://schemas.microsoft.com/office/drawing/2014/main" id="{ABD3CCBE-A2A9-4A71-8F47-F208A3B5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61E2C41B-D74B-4518-8490-E4874AE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9975"/>
            <a:ext cx="10615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i-val-5">
            <a:extLst xmlns:a="http://schemas.openxmlformats.org/drawingml/2006/main">
              <a:ext uri="{FF2B5EF4-FFF2-40B4-BE49-F238E27FC236}">
                <a16:creationId xmlns:a16="http://schemas.microsoft.com/office/drawing/2014/main" id="{97F3B9C5-53EF-4F95-A7CF-A2424B4E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0.051</a:t>
            </a:r>
          </a:p>
        </p:txBody>
      </p:sp>
      <p:sp>
        <p:nvSpPr>
          <p:cNvPr id="26" name="fi-name-6">
            <a:extLst xmlns:a="http://schemas.openxmlformats.org/drawingml/2006/main">
              <a:ext uri="{FF2B5EF4-FFF2-40B4-BE49-F238E27FC236}">
                <a16:creationId xmlns:a16="http://schemas.microsoft.com/office/drawing/2014/main" id="{3EF6AB96-E827-47B1-9EA3-913277AA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DEB92F04-DCD3-4D07-8ABF-42F8CF7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8533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i-val-6">
            <a:extLst xmlns:a="http://schemas.openxmlformats.org/drawingml/2006/main">
              <a:ext uri="{FF2B5EF4-FFF2-40B4-BE49-F238E27FC236}">
                <a16:creationId xmlns:a16="http://schemas.microsoft.com/office/drawing/2014/main" id="{772F89D4-C72D-40A8-AA51-C0A6A8B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67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29" name="fi-name-7">
            <a:extLst xmlns:a="http://schemas.openxmlformats.org/drawingml/2006/main">
              <a:ext uri="{FF2B5EF4-FFF2-40B4-BE49-F238E27FC236}">
                <a16:creationId xmlns:a16="http://schemas.microsoft.com/office/drawing/2014/main" id="{E0A365A3-4274-4192-9CD7-9A5FF69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24E0996C-F706-460E-B313-D86AB5DB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8533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i-val-7">
            <a:extLst xmlns:a="http://schemas.openxmlformats.org/drawingml/2006/main">
              <a:ext uri="{FF2B5EF4-FFF2-40B4-BE49-F238E27FC236}">
                <a16:creationId xmlns:a16="http://schemas.microsoft.com/office/drawing/2014/main" id="{9140778E-46B8-40A1-8E45-C5C588A0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62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32" name="fi-name-8">
            <a:extLst xmlns:a="http://schemas.openxmlformats.org/drawingml/2006/main">
              <a:ext uri="{FF2B5EF4-FFF2-40B4-BE49-F238E27FC236}">
                <a16:creationId xmlns:a16="http://schemas.microsoft.com/office/drawing/2014/main" id="{7D8C87AF-9A3B-48AF-9EF9-7C77A30E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4A3CB11C-E1AB-4EB3-9F92-729E018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81174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-val-8">
            <a:extLst xmlns:a="http://schemas.openxmlformats.org/drawingml/2006/main">
              <a:ext uri="{FF2B5EF4-FFF2-40B4-BE49-F238E27FC236}">
                <a16:creationId xmlns:a16="http://schemas.microsoft.com/office/drawing/2014/main" id="{38FAB47B-4DDD-49A8-AB0D-F8D27839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0.039</a:t>
            </a:r>
          </a:p>
        </p:txBody>
      </p:sp>
      <p:sp>
        <p:nvSpPr>
          <p:cNvPr id="35" name="fi-name-9">
            <a:extLst xmlns:a="http://schemas.openxmlformats.org/drawingml/2006/main">
              <a:ext uri="{FF2B5EF4-FFF2-40B4-BE49-F238E27FC236}">
                <a16:creationId xmlns:a16="http://schemas.microsoft.com/office/drawing/2014/main" id="{71FA423D-B803-4F74-A950-09846091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FF2927FF-3BB9-4DD7-969D-8DC6A6F0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91075"/>
            <a:ext cx="72848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-val-9">
            <a:extLst xmlns:a="http://schemas.openxmlformats.org/drawingml/2006/main">
              <a:ext uri="{FF2B5EF4-FFF2-40B4-BE49-F238E27FC236}">
                <a16:creationId xmlns:a16="http://schemas.microsoft.com/office/drawing/2014/main" id="{EA8B15F4-D225-49F4-BA86-4EA3A63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529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0.035</a:t>
            </a:r>
          </a:p>
        </p:txBody>
      </p:sp>
      <p:sp>
        <p:nvSpPr>
          <p:cNvPr id="38" name="fi-name-10">
            <a:extLst xmlns:a="http://schemas.openxmlformats.org/drawingml/2006/main">
              <a:ext uri="{FF2B5EF4-FFF2-40B4-BE49-F238E27FC236}">
                <a16:creationId xmlns:a16="http://schemas.microsoft.com/office/drawing/2014/main" id="{650DA386-2F47-479F-8E6C-460DE2F1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dispersion_ratio</a:t>
            </a:r>
          </a:p>
        </p:txBody>
      </p:sp>
      <p:sp>
        <p:nvSpPr>
          <p:cNvPr id="39" name="fi-bar-10">
            <a:extLst xmlns:a="http://schemas.openxmlformats.org/drawingml/2006/main">
              <a:ext uri="{FF2B5EF4-FFF2-40B4-BE49-F238E27FC236}">
                <a16:creationId xmlns:a16="http://schemas.microsoft.com/office/drawing/2014/main" id="{9AF88F96-3DC5-4562-B0FD-06938CD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7871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-val-10">
            <a:extLst xmlns:a="http://schemas.openxmlformats.org/drawingml/2006/main">
              <a:ext uri="{FF2B5EF4-FFF2-40B4-BE49-F238E27FC236}">
                <a16:creationId xmlns:a16="http://schemas.microsoft.com/office/drawing/2014/main" id="{350991DE-67C3-4FFB-B637-98254DDB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0.023</a:t>
            </a:r>
          </a:p>
        </p:txBody>
      </p:sp>
      <p:sp>
        <p:nvSpPr>
          <p:cNvPr id="41" name="fi-name-11">
            <a:extLst xmlns:a="http://schemas.openxmlformats.org/drawingml/2006/main">
              <a:ext uri="{FF2B5EF4-FFF2-40B4-BE49-F238E27FC236}">
                <a16:creationId xmlns:a16="http://schemas.microsoft.com/office/drawing/2014/main" id="{069F8822-0A6A-44D1-952A-0FB745A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mad_norm</a:t>
            </a:r>
          </a:p>
        </p:txBody>
      </p:sp>
      <p:sp>
        <p:nvSpPr>
          <p:cNvPr id="42" name="fi-bar-11">
            <a:extLst xmlns:a="http://schemas.openxmlformats.org/drawingml/2006/main">
              <a:ext uri="{FF2B5EF4-FFF2-40B4-BE49-F238E27FC236}">
                <a16:creationId xmlns:a16="http://schemas.microsoft.com/office/drawing/2014/main" id="{21091F50-2CF8-43E2-8D9D-980CFD8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39546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i-val-11">
            <a:extLst xmlns:a="http://schemas.openxmlformats.org/drawingml/2006/main">
              <a:ext uri="{FF2B5EF4-FFF2-40B4-BE49-F238E27FC236}">
                <a16:creationId xmlns:a16="http://schemas.microsoft.com/office/drawing/2014/main" id="{FE97EBAB-4D3D-4FC7-9F2F-E4A1423D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3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0.019</a:t>
            </a:r>
          </a:p>
        </p:txBody>
      </p:sp>
    </p:spTree>
    <p:extLst>
      <p:ext uri="{BB962C8B-B14F-4D97-AF65-F5344CB8AC3E}">
        <p14:creationId xmlns:p14="http://schemas.microsoft.com/office/powerpoint/2010/main" val="815943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D9DF7FD-BC0F-4E93-8881-63E5D8CA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C369CBB-DE0A-4835-9C8F-8E374833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F5C472E-AF10-41D0-A7AA-7BD44AA7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C40DA2-A9A6-4C99-BC5D-65B2C4EE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Labels are empirical fastest-algorithm measurements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33EDA9-CE45-45B4-ACED-A7B567F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9A8AB24-2990-4FB1-B1EE-474AAD91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11/28</a:t>
            </a:r>
          </a:p>
        </p:txBody>
      </p:sp>
      <p:sp>
        <p:nvSpPr>
          <p:cNvPr id="7" name="pipe">
            <a:extLst xmlns:a="http://schemas.openxmlformats.org/drawingml/2006/main">
              <a:ext uri="{FF2B5EF4-FFF2-40B4-BE49-F238E27FC236}">
                <a16:creationId xmlns:a16="http://schemas.microsoft.com/office/drawing/2014/main" id="{8BEE008B-413C-480A-A745-4D27AABF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1239500" cy="3095625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ans-0">
            <a:extLst xmlns:a="http://schemas.openxmlformats.org/drawingml/2006/main">
              <a:ext uri="{FF2B5EF4-FFF2-40B4-BE49-F238E27FC236}">
                <a16:creationId xmlns:a16="http://schemas.microsoft.com/office/drawing/2014/main" id="{D9ABE05F-5EE1-405E-BD9D-9E4F6824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ns-0-title">
            <a:extLst xmlns:a="http://schemas.openxmlformats.org/drawingml/2006/main">
              <a:ext uri="{FF2B5EF4-FFF2-40B4-BE49-F238E27FC236}">
                <a16:creationId xmlns:a16="http://schemas.microsoft.com/office/drawing/2014/main" id="{5999A80B-EFF5-44F3-B1B4-A9E42F22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RAW</a:t>
            </a:r>
          </a:p>
        </p:txBody>
      </p:sp>
      <p:sp>
        <p:nvSpPr>
          <p:cNvPr id="10" name="trans-1">
            <a:extLst xmlns:a="http://schemas.openxmlformats.org/drawingml/2006/main">
              <a:ext uri="{FF2B5EF4-FFF2-40B4-BE49-F238E27FC236}">
                <a16:creationId xmlns:a16="http://schemas.microsoft.com/office/drawing/2014/main" id="{A86E4D23-EDDA-474F-BFA1-07406077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ns-1-title">
            <a:extLst xmlns:a="http://schemas.openxmlformats.org/drawingml/2006/main">
              <a:ext uri="{FF2B5EF4-FFF2-40B4-BE49-F238E27FC236}">
                <a16:creationId xmlns:a16="http://schemas.microsoft.com/office/drawing/2014/main" id="{7071C119-90DB-4978-A0E3-7D24423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</a:t>
            </a:r>
          </a:p>
        </p:txBody>
      </p:sp>
      <p:sp>
        <p:nvSpPr>
          <p:cNvPr id="12" name="trans-2">
            <a:extLst xmlns:a="http://schemas.openxmlformats.org/drawingml/2006/main">
              <a:ext uri="{FF2B5EF4-FFF2-40B4-BE49-F238E27FC236}">
                <a16:creationId xmlns:a16="http://schemas.microsoft.com/office/drawing/2014/main" id="{842D5D67-DC9A-44DF-AA19-C7E0D8DE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ns-2-title">
            <a:extLst xmlns:a="http://schemas.openxmlformats.org/drawingml/2006/main">
              <a:ext uri="{FF2B5EF4-FFF2-40B4-BE49-F238E27FC236}">
                <a16:creationId xmlns:a16="http://schemas.microsoft.com/office/drawing/2014/main" id="{3F177D20-5134-4AC3-B9E0-1881995B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SHUF</a:t>
            </a:r>
          </a:p>
        </p:txBody>
      </p:sp>
      <p:sp>
        <p:nvSpPr>
          <p:cNvPr id="14" name="trans-3">
            <a:extLst xmlns:a="http://schemas.openxmlformats.org/drawingml/2006/main">
              <a:ext uri="{FF2B5EF4-FFF2-40B4-BE49-F238E27FC236}">
                <a16:creationId xmlns:a16="http://schemas.microsoft.com/office/drawing/2014/main" id="{ABE4043A-7980-4882-888F-D7FAA62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A6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ns-3-title">
            <a:extLst xmlns:a="http://schemas.openxmlformats.org/drawingml/2006/main">
              <a:ext uri="{FF2B5EF4-FFF2-40B4-BE49-F238E27FC236}">
                <a16:creationId xmlns:a16="http://schemas.microsoft.com/office/drawing/2014/main" id="{2C662137-3D7A-4A57-9790-EC3C337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QBIN50</a:t>
            </a:r>
          </a:p>
        </p:txBody>
      </p:sp>
      <p:sp>
        <p:nvSpPr>
          <p:cNvPr id="16" name="trans-4">
            <a:extLst xmlns:a="http://schemas.openxmlformats.org/drawingml/2006/main">
              <a:ext uri="{FF2B5EF4-FFF2-40B4-BE49-F238E27FC236}">
                <a16:creationId xmlns:a16="http://schemas.microsoft.com/office/drawing/2014/main" id="{3C9CB26A-39E4-4C93-AE2A-5805040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ns-4-title">
            <a:extLst xmlns:a="http://schemas.openxmlformats.org/drawingml/2006/main">
              <a:ext uri="{FF2B5EF4-FFF2-40B4-BE49-F238E27FC236}">
                <a16:creationId xmlns:a16="http://schemas.microsoft.com/office/drawing/2014/main" id="{2223C71C-86AA-40AE-A795-22F01A7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PSORT10</a:t>
            </a:r>
          </a:p>
        </p:txBody>
      </p:sp>
      <p:sp>
        <p:nvSpPr>
          <p:cNvPr id="18" name="timer">
            <a:extLst xmlns:a="http://schemas.openxmlformats.org/drawingml/2006/main">
              <a:ext uri="{FF2B5EF4-FFF2-40B4-BE49-F238E27FC236}">
                <a16:creationId xmlns:a16="http://schemas.microsoft.com/office/drawing/2014/main" id="{A323856D-98AE-4CE0-AB72-64E86A38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524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imer-title">
            <a:extLst xmlns:a="http://schemas.openxmlformats.org/drawingml/2006/main">
              <a:ext uri="{FF2B5EF4-FFF2-40B4-BE49-F238E27FC236}">
                <a16:creationId xmlns:a16="http://schemas.microsoft.com/office/drawing/2014/main" id="{587E8902-9659-4277-8191-DD6CF9A8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00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timed copies</a:t>
            </a:r>
          </a:p>
        </p:txBody>
      </p:sp>
      <p:sp>
        <p:nvSpPr>
          <p:cNvPr id="20" name="timer-body">
            <a:extLst xmlns:a="http://schemas.openxmlformats.org/drawingml/2006/main">
              <a:ext uri="{FF2B5EF4-FFF2-40B4-BE49-F238E27FC236}">
                <a16:creationId xmlns:a16="http://schemas.microsoft.com/office/drawing/2014/main" id="{61869E3E-7983-4AE3-86E5-EAE2C10F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2181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Introsort / Heapsort / Timsort</a:t>
            </a:r>
          </a:p>
        </p:txBody>
      </p:sp>
      <p:sp>
        <p:nvSpPr>
          <p:cNvPr id="21" name="label-arr-from">
            <a:extLst xmlns:a="http://schemas.openxmlformats.org/drawingml/2006/main">
              <a:ext uri="{FF2B5EF4-FFF2-40B4-BE49-F238E27FC236}">
                <a16:creationId xmlns:a16="http://schemas.microsoft.com/office/drawing/2014/main" id="{5F509F2E-BAF1-4FC9-8611-37EED1F3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el-arr-to">
            <a:extLst xmlns:a="http://schemas.openxmlformats.org/drawingml/2006/main">
              <a:ext uri="{FF2B5EF4-FFF2-40B4-BE49-F238E27FC236}">
                <a16:creationId xmlns:a16="http://schemas.microsoft.com/office/drawing/2014/main" id="{6BCCCC06-5A49-4E8E-BCAA-8423F69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label-arr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6867525" y="34956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 xmlns:a="http://schemas.openxmlformats.org/drawingml/2006/main">
              <a:ext uri="{FF2B5EF4-FFF2-40B4-BE49-F238E27FC236}">
                <a16:creationId xmlns:a16="http://schemas.microsoft.com/office/drawing/2014/main" id="{452DFA23-C0A1-4E6C-A4F2-AC1FEBDA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label(x) = argmin_a T(a, x)</a:t>
            </a:r>
          </a:p>
        </p:txBody>
      </p:sp>
      <p:sp>
        <p:nvSpPr>
          <p:cNvPr id="25" name="label-note">
            <a:extLst xmlns:a="http://schemas.openxmlformats.org/drawingml/2006/main">
              <a:ext uri="{FF2B5EF4-FFF2-40B4-BE49-F238E27FC236}">
                <a16:creationId xmlns:a16="http://schemas.microsoft.com/office/drawing/2014/main" id="{A1BF579B-E55A-49B8-A750-CCADBDFB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9125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1468091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456BFF3-AC0F-4AC4-9B53-4A1C734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B320038-F4CB-4B10-ACDB-F099BE6D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2922004-344F-466E-815E-6B0012B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9C9865-7A83-4285-90EE-4662F5C2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Training Dataset and Split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570EB-D024-46F8-82FB-C1571E7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D51B5A8-AA85-43D9-94C4-D9973796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12/28</a:t>
            </a:r>
          </a:p>
        </p:txBody>
      </p:sp>
      <p:sp>
        <p:nvSpPr>
          <p:cNvPr id="7" name="split-0">
            <a:extLst xmlns:a="http://schemas.openxmlformats.org/drawingml/2006/main">
              <a:ext uri="{FF2B5EF4-FFF2-40B4-BE49-F238E27FC236}">
                <a16:creationId xmlns:a16="http://schemas.microsoft.com/office/drawing/2014/main" id="{DCA33B39-FFF6-4260-9695-A84469F5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plit-0-title">
            <a:extLst xmlns:a="http://schemas.openxmlformats.org/drawingml/2006/main">
              <a:ext uri="{FF2B5EF4-FFF2-40B4-BE49-F238E27FC236}">
                <a16:creationId xmlns:a16="http://schemas.microsoft.com/office/drawing/2014/main" id="{C43C339A-A1EE-47E9-9E80-5E8533D5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1,188,265</a:t>
            </a:r>
          </a:p>
        </p:txBody>
      </p:sp>
      <p:sp>
        <p:nvSpPr>
          <p:cNvPr id="9" name="split-0-body">
            <a:extLst xmlns:a="http://schemas.openxmlformats.org/drawingml/2006/main">
              <a:ext uri="{FF2B5EF4-FFF2-40B4-BE49-F238E27FC236}">
                <a16:creationId xmlns:a16="http://schemas.microsoft.com/office/drawing/2014/main" id="{335F8694-C2BA-4C20-A5E1-19106C3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collected arrays</a:t>
            </a:r>
          </a:p>
        </p:txBody>
      </p:sp>
      <p:sp>
        <p:nvSpPr>
          <p:cNvPr id="10" name="split-arr-0-from">
            <a:extLst xmlns:a="http://schemas.openxmlformats.org/drawingml/2006/main">
              <a:ext uri="{FF2B5EF4-FFF2-40B4-BE49-F238E27FC236}">
                <a16:creationId xmlns:a16="http://schemas.microsoft.com/office/drawing/2014/main" id="{73B9C909-3A0B-45B0-BB58-213CC38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lit-arr-0-to">
            <a:extLst xmlns:a="http://schemas.openxmlformats.org/drawingml/2006/main">
              <a:ext uri="{FF2B5EF4-FFF2-40B4-BE49-F238E27FC236}">
                <a16:creationId xmlns:a16="http://schemas.microsoft.com/office/drawing/2014/main" id="{EB7C612F-E327-4E95-B7E4-617334D9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split-arr-0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4805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 xmlns:a="http://schemas.openxmlformats.org/drawingml/2006/main">
              <a:ext uri="{FF2B5EF4-FFF2-40B4-BE49-F238E27FC236}">
                <a16:creationId xmlns:a16="http://schemas.microsoft.com/office/drawing/2014/main" id="{34914495-4C0A-4D40-814D-28628BB9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split-1-title">
            <a:extLst xmlns:a="http://schemas.openxmlformats.org/drawingml/2006/main">
              <a:ext uri="{FF2B5EF4-FFF2-40B4-BE49-F238E27FC236}">
                <a16:creationId xmlns:a16="http://schemas.microsoft.com/office/drawing/2014/main" id="{747AF960-9E32-4833-82D5-A6CCA82B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1,082,547</a:t>
            </a:r>
          </a:p>
        </p:txBody>
      </p:sp>
      <p:sp>
        <p:nvSpPr>
          <p:cNvPr id="15" name="split-1-body">
            <a:extLst xmlns:a="http://schemas.openxmlformats.org/drawingml/2006/main">
              <a:ext uri="{FF2B5EF4-FFF2-40B4-BE49-F238E27FC236}">
                <a16:creationId xmlns:a16="http://schemas.microsoft.com/office/drawing/2014/main" id="{EC701E0A-0A61-4B0E-A819-9CD24988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near-tie filter</a:t>
            </a:r>
          </a:p>
        </p:txBody>
      </p:sp>
      <p:sp>
        <p:nvSpPr>
          <p:cNvPr id="16" name="split-arr-1-from">
            <a:extLst xmlns:a="http://schemas.openxmlformats.org/drawingml/2006/main">
              <a:ext uri="{FF2B5EF4-FFF2-40B4-BE49-F238E27FC236}">
                <a16:creationId xmlns:a16="http://schemas.microsoft.com/office/drawing/2014/main" id="{68B54753-33B3-418E-AF64-61BCEB24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lit-arr-1-to">
            <a:extLst xmlns:a="http://schemas.openxmlformats.org/drawingml/2006/main">
              <a:ext uri="{FF2B5EF4-FFF2-40B4-BE49-F238E27FC236}">
                <a16:creationId xmlns:a16="http://schemas.microsoft.com/office/drawing/2014/main" id="{3F811904-91BF-4265-9454-D948198F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split-arr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78167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 xmlns:a="http://schemas.openxmlformats.org/drawingml/2006/main">
              <a:ext uri="{FF2B5EF4-FFF2-40B4-BE49-F238E27FC236}">
                <a16:creationId xmlns:a16="http://schemas.microsoft.com/office/drawing/2014/main" id="{7493E02F-83A3-4A2D-9F8B-3021243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plit-2-title">
            <a:extLst xmlns:a="http://schemas.openxmlformats.org/drawingml/2006/main">
              <a:ext uri="{FF2B5EF4-FFF2-40B4-BE49-F238E27FC236}">
                <a16:creationId xmlns:a16="http://schemas.microsoft.com/office/drawing/2014/main" id="{C6DB5725-A341-49CA-9B88-E0BEC8F1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196,624</a:t>
            </a:r>
          </a:p>
        </p:txBody>
      </p:sp>
      <p:sp>
        <p:nvSpPr>
          <p:cNvPr id="21" name="split-2-body">
            <a:extLst xmlns:a="http://schemas.openxmlformats.org/drawingml/2006/main">
              <a:ext uri="{FF2B5EF4-FFF2-40B4-BE49-F238E27FC236}">
                <a16:creationId xmlns:a16="http://schemas.microsoft.com/office/drawing/2014/main" id="{9206A750-BB0F-4DA4-852C-0E8E356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majority cap</a:t>
            </a:r>
          </a:p>
        </p:txBody>
      </p:sp>
      <p:sp>
        <p:nvSpPr>
          <p:cNvPr id="22" name="split-arr-2-from">
            <a:extLst xmlns:a="http://schemas.openxmlformats.org/drawingml/2006/main">
              <a:ext uri="{FF2B5EF4-FFF2-40B4-BE49-F238E27FC236}">
                <a16:creationId xmlns:a16="http://schemas.microsoft.com/office/drawing/2014/main" id="{CC53E9F7-2793-4E5D-9B06-C39B1AA3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lit-arr-2-to">
            <a:extLst xmlns:a="http://schemas.openxmlformats.org/drawingml/2006/main">
              <a:ext uri="{FF2B5EF4-FFF2-40B4-BE49-F238E27FC236}">
                <a16:creationId xmlns:a16="http://schemas.microsoft.com/office/drawing/2014/main" id="{20AE070E-00B6-4874-8BBF-A5F41BE6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split-arr-2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11530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 xmlns:a="http://schemas.openxmlformats.org/drawingml/2006/main">
              <a:ext uri="{FF2B5EF4-FFF2-40B4-BE49-F238E27FC236}">
                <a16:creationId xmlns:a16="http://schemas.microsoft.com/office/drawing/2014/main" id="{E608F69D-227C-4D5E-843C-5595F73C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split-3-title">
            <a:extLst xmlns:a="http://schemas.openxmlformats.org/drawingml/2006/main">
              <a:ext uri="{FF2B5EF4-FFF2-40B4-BE49-F238E27FC236}">
                <a16:creationId xmlns:a16="http://schemas.microsoft.com/office/drawing/2014/main" id="{2C7A541A-5CE0-4576-BC0C-11EFA10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137,636</a:t>
            </a:r>
          </a:p>
        </p:txBody>
      </p:sp>
      <p:sp>
        <p:nvSpPr>
          <p:cNvPr id="27" name="split-3-body">
            <a:extLst xmlns:a="http://schemas.openxmlformats.org/drawingml/2006/main">
              <a:ext uri="{FF2B5EF4-FFF2-40B4-BE49-F238E27FC236}">
                <a16:creationId xmlns:a16="http://schemas.microsoft.com/office/drawing/2014/main" id="{0A956B15-5710-4BB3-BF38-48E7F0E2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train</a:t>
            </a:r>
          </a:p>
        </p:txBody>
      </p:sp>
      <p:sp>
        <p:nvSpPr>
          <p:cNvPr id="28" name="split-arr-3-from">
            <a:extLst xmlns:a="http://schemas.openxmlformats.org/drawingml/2006/main">
              <a:ext uri="{FF2B5EF4-FFF2-40B4-BE49-F238E27FC236}">
                <a16:creationId xmlns:a16="http://schemas.microsoft.com/office/drawing/2014/main" id="{3C0C6746-4B4C-4884-8264-68B0C09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lit-arr-3-to">
            <a:extLst xmlns:a="http://schemas.openxmlformats.org/drawingml/2006/main">
              <a:ext uri="{FF2B5EF4-FFF2-40B4-BE49-F238E27FC236}">
                <a16:creationId xmlns:a16="http://schemas.microsoft.com/office/drawing/2014/main" id="{5BB7A800-81C3-4BBF-A8F9-FE9150C6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split-arr-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1044892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 xmlns:a="http://schemas.openxmlformats.org/drawingml/2006/main">
              <a:ext uri="{FF2B5EF4-FFF2-40B4-BE49-F238E27FC236}">
                <a16:creationId xmlns:a16="http://schemas.microsoft.com/office/drawing/2014/main" id="{D5799B70-85C9-4D52-AE02-DBE5AE3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plit-4-title">
            <a:extLst xmlns:a="http://schemas.openxmlformats.org/drawingml/2006/main">
              <a:ext uri="{FF2B5EF4-FFF2-40B4-BE49-F238E27FC236}">
                <a16:creationId xmlns:a16="http://schemas.microsoft.com/office/drawing/2014/main" id="{A32FFFD0-BF05-44B2-8E52-B1375083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29,494 / 29,494</a:t>
            </a:r>
          </a:p>
        </p:txBody>
      </p:sp>
      <p:sp>
        <p:nvSpPr>
          <p:cNvPr id="33" name="split-4-body">
            <a:extLst xmlns:a="http://schemas.openxmlformats.org/drawingml/2006/main">
              <a:ext uri="{FF2B5EF4-FFF2-40B4-BE49-F238E27FC236}">
                <a16:creationId xmlns:a16="http://schemas.microsoft.com/office/drawing/2014/main" id="{348DA370-EE45-4A14-89D0-DE438C08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validation / test</a:t>
            </a:r>
          </a:p>
        </p:txBody>
      </p:sp>
      <p:sp>
        <p:nvSpPr>
          <p:cNvPr id="34" name="control-0">
            <a:extLst xmlns:a="http://schemas.openxmlformats.org/drawingml/2006/main">
              <a:ext uri="{FF2B5EF4-FFF2-40B4-BE49-F238E27FC236}">
                <a16:creationId xmlns:a16="http://schemas.microsoft.com/office/drawing/2014/main" id="{57F9C704-97E4-4B15-844D-6B9A9B14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control-0-title">
            <a:extLst xmlns:a="http://schemas.openxmlformats.org/drawingml/2006/main">
              <a:ext uri="{FF2B5EF4-FFF2-40B4-BE49-F238E27FC236}">
                <a16:creationId xmlns:a16="http://schemas.microsoft.com/office/drawing/2014/main" id="{BFDCC1F6-2929-4A79-8D12-8E2404B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near-tie filtering</a:t>
            </a:r>
          </a:p>
        </p:txBody>
      </p:sp>
      <p:sp>
        <p:nvSpPr>
          <p:cNvPr id="36" name="control-0-body">
            <a:extLst xmlns:a="http://schemas.openxmlformats.org/drawingml/2006/main">
              <a:ext uri="{FF2B5EF4-FFF2-40B4-BE49-F238E27FC236}">
                <a16:creationId xmlns:a16="http://schemas.microsoft.com/office/drawing/2014/main" id="{27B9B3B0-734C-4AE9-BC45-CF424416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remove ambiguous fastest labels</a:t>
            </a:r>
          </a:p>
        </p:txBody>
      </p:sp>
      <p:sp>
        <p:nvSpPr>
          <p:cNvPr id="37" name="control-1">
            <a:extLst xmlns:a="http://schemas.openxmlformats.org/drawingml/2006/main">
              <a:ext uri="{FF2B5EF4-FFF2-40B4-BE49-F238E27FC236}">
                <a16:creationId xmlns:a16="http://schemas.microsoft.com/office/drawing/2014/main" id="{3278F442-C51D-4BBD-8923-A44C5223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control-1-title">
            <a:extLst xmlns:a="http://schemas.openxmlformats.org/drawingml/2006/main">
              <a:ext uri="{FF2B5EF4-FFF2-40B4-BE49-F238E27FC236}">
                <a16:creationId xmlns:a16="http://schemas.microsoft.com/office/drawing/2014/main" id="{26EDCF48-F9F1-4C64-B295-BF44CF15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3x majority cap</a:t>
            </a:r>
          </a:p>
        </p:txBody>
      </p:sp>
      <p:sp>
        <p:nvSpPr>
          <p:cNvPr id="39" name="control-1-body">
            <a:extLst xmlns:a="http://schemas.openxmlformats.org/drawingml/2006/main">
              <a:ext uri="{FF2B5EF4-FFF2-40B4-BE49-F238E27FC236}">
                <a16:creationId xmlns:a16="http://schemas.microsoft.com/office/drawing/2014/main" id="{4AA0CF5C-C344-4804-BC31-C180A15B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stop Timsort dominance</a:t>
            </a:r>
          </a:p>
        </p:txBody>
      </p:sp>
      <p:sp>
        <p:nvSpPr>
          <p:cNvPr id="40" name="control-2">
            <a:extLst xmlns:a="http://schemas.openxmlformats.org/drawingml/2006/main">
              <a:ext uri="{FF2B5EF4-FFF2-40B4-BE49-F238E27FC236}">
                <a16:creationId xmlns:a16="http://schemas.microsoft.com/office/drawing/2014/main" id="{E1FE9B98-3661-49A3-8343-1ACDCDD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control-2-title">
            <a:extLst xmlns:a="http://schemas.openxmlformats.org/drawingml/2006/main">
              <a:ext uri="{FF2B5EF4-FFF2-40B4-BE49-F238E27FC236}">
                <a16:creationId xmlns:a16="http://schemas.microsoft.com/office/drawing/2014/main" id="{8AAD88C1-9633-496D-B7F9-DCDFD46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inverse-frequency weights</a:t>
            </a:r>
          </a:p>
        </p:txBody>
      </p:sp>
      <p:sp>
        <p:nvSpPr>
          <p:cNvPr id="42" name="control-2-body">
            <a:extLst xmlns:a="http://schemas.openxmlformats.org/drawingml/2006/main">
              <a:ext uri="{FF2B5EF4-FFF2-40B4-BE49-F238E27FC236}">
                <a16:creationId xmlns:a16="http://schemas.microsoft.com/office/drawing/2014/main" id="{415FE04A-5648-4C34-B9BB-CB81B30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minority classes matter during loss</a:t>
            </a:r>
          </a:p>
        </p:txBody>
      </p:sp>
      <p:sp>
        <p:nvSpPr>
          <p:cNvPr id="43" name="control-3">
            <a:extLst xmlns:a="http://schemas.openxmlformats.org/drawingml/2006/main">
              <a:ext uri="{FF2B5EF4-FFF2-40B4-BE49-F238E27FC236}">
                <a16:creationId xmlns:a16="http://schemas.microsoft.com/office/drawing/2014/main" id="{6DE609E7-4251-4302-BCB7-94D87B18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4" name="control-3-title">
            <a:extLst xmlns:a="http://schemas.openxmlformats.org/drawingml/2006/main">
              <a:ext uri="{FF2B5EF4-FFF2-40B4-BE49-F238E27FC236}">
                <a16:creationId xmlns:a16="http://schemas.microsoft.com/office/drawing/2014/main" id="{784C65E3-A4DB-4D41-B803-BAACAC3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seed 42</a:t>
            </a:r>
          </a:p>
        </p:txBody>
      </p:sp>
      <p:sp>
        <p:nvSpPr>
          <p:cNvPr id="45" name="control-3-body">
            <a:extLst xmlns:a="http://schemas.openxmlformats.org/drawingml/2006/main">
              <a:ext uri="{FF2B5EF4-FFF2-40B4-BE49-F238E27FC236}">
                <a16:creationId xmlns:a16="http://schemas.microsoft.com/office/drawing/2014/main" id="{158DB483-B9FC-45C1-A984-02981DE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1831248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CEF546A-30B8-4206-81FE-3358F8C3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F924F8F-26DD-4608-B783-BC29F71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0EB28DD-F8E1-4514-8AF1-CBE6BEF1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C98B15-9D3E-4C09-A44B-2BA5771E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The model learns a probability for each sorting choice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7EBC062-C090-4F53-AAC2-329C6AE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5613FCF-54EC-4FC1-81DA-1AB7674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13/28</a:t>
            </a:r>
          </a:p>
        </p:txBody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98B64EAF-1088-4151-92D4-6D5C17A8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2952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input-title">
            <a:extLst xmlns:a="http://schemas.openxmlformats.org/drawingml/2006/main">
              <a:ext uri="{FF2B5EF4-FFF2-40B4-BE49-F238E27FC236}">
                <a16:creationId xmlns:a16="http://schemas.microsoft.com/office/drawing/2014/main" id="{099536DF-7879-4B83-9089-1E6FB81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</a:defRPr>
            </a:pPr>
            <a:r>
              <a:rPr sz="1500" b="1">
                <a:solidFill>
                  <a:srgbClr val="B9152A"/>
                </a:solidFill>
              </a:rPr>
              <a:t>f(x) in R^16</a:t>
            </a:r>
          </a:p>
        </p:txBody>
      </p:sp>
      <p:sp>
        <p:nvSpPr>
          <p:cNvPr id="9" name="input-body">
            <a:extLst xmlns:a="http://schemas.openxmlformats.org/drawingml/2006/main">
              <a:ext uri="{FF2B5EF4-FFF2-40B4-BE49-F238E27FC236}">
                <a16:creationId xmlns:a16="http://schemas.microsoft.com/office/drawing/2014/main" id="{C436BB03-FC5D-4AA6-9F4C-7B26AA4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76500"/>
            <a:ext cx="1752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length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sortedness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duplicates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entropy</a:t>
            </a:r>
          </a:p>
        </p:txBody>
      </p:sp>
      <p:sp>
        <p:nvSpPr>
          <p:cNvPr id="10" name="model">
            <a:extLst xmlns:a="http://schemas.openxmlformats.org/drawingml/2006/main">
              <a:ext uri="{FF2B5EF4-FFF2-40B4-BE49-F238E27FC236}">
                <a16:creationId xmlns:a16="http://schemas.microsoft.com/office/drawing/2014/main" id="{D8485EA4-32A2-4CE1-8C73-35B9B82B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857500" cy="2952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08C2D7C3-91DF-4A9D-8346-DC421E91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52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class probability model</a:t>
            </a:r>
          </a:p>
        </p:txBody>
      </p:sp>
      <p:sp>
        <p:nvSpPr>
          <p:cNvPr id="12" name="tree-dot-0">
            <a:extLst xmlns:a="http://schemas.openxmlformats.org/drawingml/2006/main">
              <a:ext uri="{FF2B5EF4-FFF2-40B4-BE49-F238E27FC236}">
                <a16:creationId xmlns:a16="http://schemas.microsoft.com/office/drawing/2014/main" id="{76C37DA5-AE05-4C22-BFF9-A31D7A85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dot-1">
            <a:extLst xmlns:a="http://schemas.openxmlformats.org/drawingml/2006/main">
              <a:ext uri="{FF2B5EF4-FFF2-40B4-BE49-F238E27FC236}">
                <a16:creationId xmlns:a16="http://schemas.microsoft.com/office/drawing/2014/main" id="{34BEA6C7-A54A-46CE-92D3-AFB42C9C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dot-2">
            <a:extLst xmlns:a="http://schemas.openxmlformats.org/drawingml/2006/main">
              <a:ext uri="{FF2B5EF4-FFF2-40B4-BE49-F238E27FC236}">
                <a16:creationId xmlns:a16="http://schemas.microsoft.com/office/drawing/2014/main" id="{FB775DC6-9E03-4D4D-AFD3-D217FAAE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ee-dot-3">
            <a:extLst xmlns:a="http://schemas.openxmlformats.org/drawingml/2006/main">
              <a:ext uri="{FF2B5EF4-FFF2-40B4-BE49-F238E27FC236}">
                <a16:creationId xmlns:a16="http://schemas.microsoft.com/office/drawing/2014/main" id="{FA14174A-13F2-4925-A647-BB446116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dot-4">
            <a:extLst xmlns:a="http://schemas.openxmlformats.org/drawingml/2006/main">
              <a:ext uri="{FF2B5EF4-FFF2-40B4-BE49-F238E27FC236}">
                <a16:creationId xmlns:a16="http://schemas.microsoft.com/office/drawing/2014/main" id="{99B725A3-D6F9-4238-9157-4B8E404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ee-l1">
            <a:extLst xmlns:a="http://schemas.openxmlformats.org/drawingml/2006/main">
              <a:ext uri="{FF2B5EF4-FFF2-40B4-BE49-F238E27FC236}">
                <a16:creationId xmlns:a16="http://schemas.microsoft.com/office/drawing/2014/main" id="{96182BEF-2C79-4B70-8E05-05C87212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3714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ee-l2">
            <a:extLst xmlns:a="http://schemas.openxmlformats.org/drawingml/2006/main">
              <a:ext uri="{FF2B5EF4-FFF2-40B4-BE49-F238E27FC236}">
                <a16:creationId xmlns:a16="http://schemas.microsoft.com/office/drawing/2014/main" id="{E072F17D-1928-46C5-92A3-F887F9AB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-3810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l3">
            <a:extLst xmlns:a="http://schemas.openxmlformats.org/drawingml/2006/main">
              <a:ext uri="{FF2B5EF4-FFF2-40B4-BE49-F238E27FC236}">
                <a16:creationId xmlns:a16="http://schemas.microsoft.com/office/drawing/2014/main" id="{45717BEA-4DF4-4D26-A5B3-F0920311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-1809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0" name="tree-l4">
            <a:extLst xmlns:a="http://schemas.openxmlformats.org/drawingml/2006/main">
              <a:ext uri="{FF2B5EF4-FFF2-40B4-BE49-F238E27FC236}">
                <a16:creationId xmlns:a16="http://schemas.microsoft.com/office/drawing/2014/main" id="{4CE60AB7-E948-4F91-8F55-4A421500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2000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1" name="model-metric">
            <a:extLst xmlns:a="http://schemas.openxmlformats.org/drawingml/2006/main">
              <a:ext uri="{FF2B5EF4-FFF2-40B4-BE49-F238E27FC236}">
                <a16:creationId xmlns:a16="http://schemas.microsoft.com/office/drawing/2014/main" id="{2AB5D6FA-D3E7-4083-A491-F18B9F8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152A"/>
                </a:solidFill>
              </a:defRPr>
            </a:pPr>
            <a:r>
              <a:rPr sz="975" b="1">
                <a:solidFill>
                  <a:srgbClr val="B9152A"/>
                </a:solidFill>
              </a:rPr>
              <a:t>objective: multi:softprob</a:t>
            </a:r>
          </a:p>
          <a:p xmlns:a="http://schemas.openxmlformats.org/drawingml/2006/main">
            <a:pPr algn="ctr">
              <a:defRPr sz="975" b="1">
                <a:solidFill>
                  <a:srgbClr val="B9152A"/>
                </a:solidFill>
              </a:defRPr>
            </a:pPr>
            <a:r>
              <a:rPr sz="975" b="1">
                <a:solidFill>
                  <a:srgbClr val="B9152A"/>
                </a:solidFill>
              </a:rPr>
              <a:t>metric: mlogloss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888BBCFD-D468-4A11-AE6E-F1407BDA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2286000" cy="2952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0925D656-74A6-41EC-936D-841BF8FB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output</a:t>
            </a:r>
          </a:p>
        </p:txBody>
      </p:sp>
      <p:sp>
        <p:nvSpPr>
          <p:cNvPr id="24" name="prob-name-0">
            <a:extLst xmlns:a="http://schemas.openxmlformats.org/drawingml/2006/main">
              <a:ext uri="{FF2B5EF4-FFF2-40B4-BE49-F238E27FC236}">
                <a16:creationId xmlns:a16="http://schemas.microsoft.com/office/drawing/2014/main" id="{64BB0F89-99D9-483A-961E-F5FE63C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146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25" name="prob-bar-0">
            <a:extLst xmlns:a="http://schemas.openxmlformats.org/drawingml/2006/main">
              <a:ext uri="{FF2B5EF4-FFF2-40B4-BE49-F238E27FC236}">
                <a16:creationId xmlns:a16="http://schemas.microsoft.com/office/drawing/2014/main" id="{F32F469A-0A0B-4CF1-B7D5-C1CAC4CC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717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b-name-1">
            <a:extLst xmlns:a="http://schemas.openxmlformats.org/drawingml/2006/main">
              <a:ext uri="{FF2B5EF4-FFF2-40B4-BE49-F238E27FC236}">
                <a16:creationId xmlns:a16="http://schemas.microsoft.com/office/drawing/2014/main" id="{C0984C06-DC08-421E-A788-887F05A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051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27" name="prob-bar-1">
            <a:extLst xmlns:a="http://schemas.openxmlformats.org/drawingml/2006/main">
              <a:ext uri="{FF2B5EF4-FFF2-40B4-BE49-F238E27FC236}">
                <a16:creationId xmlns:a16="http://schemas.microsoft.com/office/drawing/2014/main" id="{D0D43782-D5CD-4731-874B-937C953E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-name-2">
            <a:extLst xmlns:a="http://schemas.openxmlformats.org/drawingml/2006/main">
              <a:ext uri="{FF2B5EF4-FFF2-40B4-BE49-F238E27FC236}">
                <a16:creationId xmlns:a16="http://schemas.microsoft.com/office/drawing/2014/main" id="{7BC65AD4-3D73-48D5-B4A2-155D5FA1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957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Timsort</a:t>
            </a:r>
          </a:p>
        </p:txBody>
      </p:sp>
      <p:sp>
        <p:nvSpPr>
          <p:cNvPr id="29" name="prob-bar-2">
            <a:extLst xmlns:a="http://schemas.openxmlformats.org/drawingml/2006/main">
              <a:ext uri="{FF2B5EF4-FFF2-40B4-BE49-F238E27FC236}">
                <a16:creationId xmlns:a16="http://schemas.microsoft.com/office/drawing/2014/main" id="{132BADFD-3ED7-4643-B6AF-65C41A7A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52875"/>
            <a:ext cx="904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oose">
            <a:extLst xmlns:a="http://schemas.openxmlformats.org/drawingml/2006/main">
              <a:ext uri="{FF2B5EF4-FFF2-40B4-BE49-F238E27FC236}">
                <a16:creationId xmlns:a16="http://schemas.microsoft.com/office/drawing/2014/main" id="{014AB030-1C24-4E8C-9687-2FF9A168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choose highest probability</a:t>
            </a:r>
          </a:p>
        </p:txBody>
      </p:sp>
      <p:sp>
        <p:nvSpPr>
          <p:cNvPr id="31" name="prob-a1-from">
            <a:extLst xmlns:a="http://schemas.openxmlformats.org/drawingml/2006/main">
              <a:ext uri="{FF2B5EF4-FFF2-40B4-BE49-F238E27FC236}">
                <a16:creationId xmlns:a16="http://schemas.microsoft.com/office/drawing/2014/main" id="{B18B248F-D739-4D5C-B677-77F5A250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b-a1-to">
            <a:extLst xmlns:a="http://schemas.openxmlformats.org/drawingml/2006/main">
              <a:ext uri="{FF2B5EF4-FFF2-40B4-BE49-F238E27FC236}">
                <a16:creationId xmlns:a16="http://schemas.microsoft.com/office/drawing/2014/main" id="{0701D165-B458-44DF-8A36-90854F56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prob-a1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638550" y="34861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 xmlns:a="http://schemas.openxmlformats.org/drawingml/2006/main">
              <a:ext uri="{FF2B5EF4-FFF2-40B4-BE49-F238E27FC236}">
                <a16:creationId xmlns:a16="http://schemas.microsoft.com/office/drawing/2014/main" id="{A6564FB0-7511-4AFA-BDC6-F33A03C4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-a2-to">
            <a:extLst xmlns:a="http://schemas.openxmlformats.org/drawingml/2006/main">
              <a:ext uri="{FF2B5EF4-FFF2-40B4-BE49-F238E27FC236}">
                <a16:creationId xmlns:a16="http://schemas.microsoft.com/office/drawing/2014/main" id="{6CF9DF32-9682-46BC-B629-386AFC97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2" name="prob-a2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543925" y="34861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3931811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CC96DF1-BE5C-44B4-BFEE-7DD84B15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9AA1694-0891-4502-8E2F-ECBD2BFC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0725E7C-E5C2-423D-8F2C-2FECD6A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078824-A1C7-4481-B32A-ABB1DBA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The training signal is balanced before the trees learn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0E68C8-2E83-4239-B184-EEAFDC5D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7EB439B-B9C3-4647-BB89-0B9764A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14/28</a:t>
            </a:r>
          </a:p>
        </p:txBody>
      </p:sp>
      <p:sp>
        <p:nvSpPr>
          <p:cNvPr id="7" name="sig-0">
            <a:extLst xmlns:a="http://schemas.openxmlformats.org/drawingml/2006/main">
              <a:ext uri="{FF2B5EF4-FFF2-40B4-BE49-F238E27FC236}">
                <a16:creationId xmlns:a16="http://schemas.microsoft.com/office/drawing/2014/main" id="{17BA9BC2-94F1-453A-9EAB-F255993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ig-0-title">
            <a:extLst xmlns:a="http://schemas.openxmlformats.org/drawingml/2006/main">
              <a:ext uri="{FF2B5EF4-FFF2-40B4-BE49-F238E27FC236}">
                <a16:creationId xmlns:a16="http://schemas.microsoft.com/office/drawing/2014/main" id="{6A1D4413-B12D-4AD6-8E70-AF7EEE6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raw fastest-label signal</a:t>
            </a:r>
          </a:p>
        </p:txBody>
      </p:sp>
      <p:sp>
        <p:nvSpPr>
          <p:cNvPr id="9" name="mini-bar-260-300-0">
            <a:extLst xmlns:a="http://schemas.openxmlformats.org/drawingml/2006/main">
              <a:ext uri="{FF2B5EF4-FFF2-40B4-BE49-F238E27FC236}">
                <a16:creationId xmlns:a16="http://schemas.microsoft.com/office/drawing/2014/main" id="{26BD16B5-7661-40D2-9360-011AE648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308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ni-bar-260-300-1">
            <a:extLst xmlns:a="http://schemas.openxmlformats.org/drawingml/2006/main">
              <a:ext uri="{FF2B5EF4-FFF2-40B4-BE49-F238E27FC236}">
                <a16:creationId xmlns:a16="http://schemas.microsoft.com/office/drawing/2014/main" id="{E9FD4C6B-B995-4151-844C-560253A3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587"/>
            <a:ext cx="152400" cy="295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ni-bar-260-300-2">
            <a:extLst xmlns:a="http://schemas.openxmlformats.org/drawingml/2006/main">
              <a:ext uri="{FF2B5EF4-FFF2-40B4-BE49-F238E27FC236}">
                <a16:creationId xmlns:a16="http://schemas.microsoft.com/office/drawing/2014/main" id="{3B69F3C7-439D-424D-8BD1-001E40C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0313"/>
            <a:ext cx="152400" cy="746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axis-260-300">
            <a:extLst xmlns:a="http://schemas.openxmlformats.org/drawingml/2006/main">
              <a:ext uri="{FF2B5EF4-FFF2-40B4-BE49-F238E27FC236}">
                <a16:creationId xmlns:a16="http://schemas.microsoft.com/office/drawing/2014/main" id="{F4B950B4-3A47-4C28-B4D6-932EB5A0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ig-label-0">
            <a:extLst xmlns:a="http://schemas.openxmlformats.org/drawingml/2006/main">
              <a:ext uri="{FF2B5EF4-FFF2-40B4-BE49-F238E27FC236}">
                <a16:creationId xmlns:a16="http://schemas.microsoft.com/office/drawing/2014/main" id="{819950D8-B03F-4579-9D81-D037AA56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14" name="sig-1">
            <a:extLst xmlns:a="http://schemas.openxmlformats.org/drawingml/2006/main">
              <a:ext uri="{FF2B5EF4-FFF2-40B4-BE49-F238E27FC236}">
                <a16:creationId xmlns:a16="http://schemas.microsoft.com/office/drawing/2014/main" id="{28629F4F-00F8-4A8F-956F-F3C616E2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sig-1-title">
            <a:extLst xmlns:a="http://schemas.openxmlformats.org/drawingml/2006/main">
              <a:ext uri="{FF2B5EF4-FFF2-40B4-BE49-F238E27FC236}">
                <a16:creationId xmlns:a16="http://schemas.microsoft.com/office/drawing/2014/main" id="{42C7BFFF-6716-46A9-AC77-5776E695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training controls</a:t>
            </a:r>
          </a:p>
        </p:txBody>
      </p:sp>
      <p:sp>
        <p:nvSpPr>
          <p:cNvPr id="16" name="mini-bar-675-300-0">
            <a:extLst xmlns:a="http://schemas.openxmlformats.org/drawingml/2006/main">
              <a:ext uri="{FF2B5EF4-FFF2-40B4-BE49-F238E27FC236}">
                <a16:creationId xmlns:a16="http://schemas.microsoft.com/office/drawing/2014/main" id="{9E68AFB7-88A6-4F5C-B7E8-29F0879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4803"/>
            <a:ext cx="152400" cy="3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675-300-1">
            <a:extLst xmlns:a="http://schemas.openxmlformats.org/drawingml/2006/main">
              <a:ext uri="{FF2B5EF4-FFF2-40B4-BE49-F238E27FC236}">
                <a16:creationId xmlns:a16="http://schemas.microsoft.com/office/drawing/2014/main" id="{01D64686-F946-453F-A24E-72C1E56A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08020"/>
            <a:ext cx="1524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bar-675-300-2">
            <a:extLst xmlns:a="http://schemas.openxmlformats.org/drawingml/2006/main">
              <a:ext uri="{FF2B5EF4-FFF2-40B4-BE49-F238E27FC236}">
                <a16:creationId xmlns:a16="http://schemas.microsoft.com/office/drawing/2014/main" id="{7752D2E9-CB0E-47FF-8B30-3EE16E0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ni-axis-675-300">
            <a:extLst xmlns:a="http://schemas.openxmlformats.org/drawingml/2006/main">
              <a:ext uri="{FF2B5EF4-FFF2-40B4-BE49-F238E27FC236}">
                <a16:creationId xmlns:a16="http://schemas.microsoft.com/office/drawing/2014/main" id="{86A2422A-FB81-4A38-9477-51F846C4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ig-label-1">
            <a:extLst xmlns:a="http://schemas.openxmlformats.org/drawingml/2006/main">
              <a:ext uri="{FF2B5EF4-FFF2-40B4-BE49-F238E27FC236}">
                <a16:creationId xmlns:a16="http://schemas.microsoft.com/office/drawing/2014/main" id="{3BF1DA74-4AA1-4F6E-B1F3-588127EE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1" name="sig-2">
            <a:extLst xmlns:a="http://schemas.openxmlformats.org/drawingml/2006/main">
              <a:ext uri="{FF2B5EF4-FFF2-40B4-BE49-F238E27FC236}">
                <a16:creationId xmlns:a16="http://schemas.microsoft.com/office/drawing/2014/main" id="{5AE76F79-C4CF-4FAE-A0B0-14653C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sig-2-title">
            <a:extLst xmlns:a="http://schemas.openxmlformats.org/drawingml/2006/main">
              <a:ext uri="{FF2B5EF4-FFF2-40B4-BE49-F238E27FC236}">
                <a16:creationId xmlns:a16="http://schemas.microsoft.com/office/drawing/2014/main" id="{522E1EBD-D5C0-4822-948E-68A0EFE5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balanced loss pressure</a:t>
            </a:r>
          </a:p>
        </p:txBody>
      </p:sp>
      <p:sp>
        <p:nvSpPr>
          <p:cNvPr id="23" name="mini-bar-1090-300-0">
            <a:extLst xmlns:a="http://schemas.openxmlformats.org/drawingml/2006/main">
              <a:ext uri="{FF2B5EF4-FFF2-40B4-BE49-F238E27FC236}">
                <a16:creationId xmlns:a16="http://schemas.microsoft.com/office/drawing/2014/main" id="{2C93B0A2-D8DA-43A7-9F68-587D0E4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ini-bar-1090-300-1">
            <a:extLst xmlns:a="http://schemas.openxmlformats.org/drawingml/2006/main">
              <a:ext uri="{FF2B5EF4-FFF2-40B4-BE49-F238E27FC236}">
                <a16:creationId xmlns:a16="http://schemas.microsoft.com/office/drawing/2014/main" id="{18076060-5964-45E5-9CA7-3157E52B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25377"/>
            <a:ext cx="152400" cy="45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ni-bar-1090-300-2">
            <a:extLst xmlns:a="http://schemas.openxmlformats.org/drawingml/2006/main">
              <a:ext uri="{FF2B5EF4-FFF2-40B4-BE49-F238E27FC236}">
                <a16:creationId xmlns:a16="http://schemas.microsoft.com/office/drawing/2014/main" id="{B5314786-BD1B-44DF-83FD-A6AE425B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4055"/>
            <a:ext cx="152400" cy="442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ni-axis-1090-300">
            <a:extLst xmlns:a="http://schemas.openxmlformats.org/drawingml/2006/main">
              <a:ext uri="{FF2B5EF4-FFF2-40B4-BE49-F238E27FC236}">
                <a16:creationId xmlns:a16="http://schemas.microsoft.com/office/drawing/2014/main" id="{98E9F670-0FEB-494F-B394-A0F76328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sig-label-2">
            <a:extLst xmlns:a="http://schemas.openxmlformats.org/drawingml/2006/main">
              <a:ext uri="{FF2B5EF4-FFF2-40B4-BE49-F238E27FC236}">
                <a16:creationId xmlns:a16="http://schemas.microsoft.com/office/drawing/2014/main" id="{57432700-9493-4E7F-ACDD-F0203B9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8" name="sig-a1-from">
            <a:extLst xmlns:a="http://schemas.openxmlformats.org/drawingml/2006/main">
              <a:ext uri="{FF2B5EF4-FFF2-40B4-BE49-F238E27FC236}">
                <a16:creationId xmlns:a16="http://schemas.microsoft.com/office/drawing/2014/main" id="{25958C6B-9750-49E6-AA69-FAB42FB3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ig-a1-to">
            <a:extLst xmlns:a="http://schemas.openxmlformats.org/drawingml/2006/main">
              <a:ext uri="{FF2B5EF4-FFF2-40B4-BE49-F238E27FC236}">
                <a16:creationId xmlns:a16="http://schemas.microsoft.com/office/drawing/2014/main" id="{A2004129-493F-4EDB-8D5F-987AE890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sig-a1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400550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 xmlns:a="http://schemas.openxmlformats.org/drawingml/2006/main">
              <a:ext uri="{FF2B5EF4-FFF2-40B4-BE49-F238E27FC236}">
                <a16:creationId xmlns:a16="http://schemas.microsoft.com/office/drawing/2014/main" id="{9FD0EC74-BE6B-4E71-A2C4-289C2CC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ig-a2-to">
            <a:extLst xmlns:a="http://schemas.openxmlformats.org/drawingml/2006/main">
              <a:ext uri="{FF2B5EF4-FFF2-40B4-BE49-F238E27FC236}">
                <a16:creationId xmlns:a16="http://schemas.microsoft.com/office/drawing/2014/main" id="{A836626C-5E5D-4578-8E4C-B4E28E39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sig-a2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353425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 xmlns:a="http://schemas.openxmlformats.org/drawingml/2006/main">
              <a:ext uri="{FF2B5EF4-FFF2-40B4-BE49-F238E27FC236}">
                <a16:creationId xmlns:a16="http://schemas.microsoft.com/office/drawing/2014/main" id="{7661BC9C-DFF5-42F4-A82D-BEE2C67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1361962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211A73E-41A0-4299-BF6A-A9F6E626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E948950-A932-4F2B-80F6-5384A537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9E3E890-FF6E-42A9-B5D5-48AA551A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3CEA6C-6DF2-4EF2-9C0D-0EB91453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256DBE-DEB8-46B1-A0C7-D704E57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DE87F3A-2509-4902-B494-A575DD1B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15/28</a:t>
            </a:r>
          </a:p>
        </p:txBody>
      </p:sp>
      <p:sp>
        <p:nvSpPr>
          <p:cNvPr id="7" name="gradframe">
            <a:extLst xmlns:a="http://schemas.openxmlformats.org/drawingml/2006/main">
              <a:ext uri="{FF2B5EF4-FFF2-40B4-BE49-F238E27FC236}">
                <a16:creationId xmlns:a16="http://schemas.microsoft.com/office/drawing/2014/main" id="{5FB0862F-D065-418B-B1D4-7449324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105251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grad">
            <a:extLst xmlns:a="http://schemas.openxmlformats.org/drawingml/2006/main">
              <a:ext uri="{FF2B5EF4-FFF2-40B4-BE49-F238E27FC236}">
                <a16:creationId xmlns:a16="http://schemas.microsoft.com/office/drawing/2014/main" id="{CBF2FB60-1D2F-4743-A31B-107F224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grad-title">
            <a:extLst xmlns:a="http://schemas.openxmlformats.org/drawingml/2006/main">
              <a:ext uri="{FF2B5EF4-FFF2-40B4-BE49-F238E27FC236}">
                <a16:creationId xmlns:a16="http://schemas.microsoft.com/office/drawing/2014/main" id="{639A5A68-D215-4820-972C-E6322E13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</a:defRPr>
            </a:pPr>
            <a:r>
              <a:rPr sz="1500" b="1">
                <a:solidFill>
                  <a:srgbClr val="B9152A"/>
                </a:solidFill>
              </a:rPr>
              <a:t>first-order gradient</a:t>
            </a:r>
          </a:p>
        </p:txBody>
      </p:sp>
      <p:sp>
        <p:nvSpPr>
          <p:cNvPr id="10" name="grad-body">
            <a:extLst xmlns:a="http://schemas.openxmlformats.org/drawingml/2006/main">
              <a:ext uri="{FF2B5EF4-FFF2-40B4-BE49-F238E27FC236}">
                <a16:creationId xmlns:a16="http://schemas.microsoft.com/office/drawing/2014/main" id="{05851107-FBD6-4A03-B70E-FC811DE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direction of score correction</a:t>
            </a:r>
          </a:p>
        </p:txBody>
      </p:sp>
      <p:sp>
        <p:nvSpPr>
          <p:cNvPr id="11" name="grad-symbol">
            <a:extLst xmlns:a="http://schemas.openxmlformats.org/drawingml/2006/main">
              <a:ext uri="{FF2B5EF4-FFF2-40B4-BE49-F238E27FC236}">
                <a16:creationId xmlns:a16="http://schemas.microsoft.com/office/drawing/2014/main" id="{E76C8C20-32CB-461E-9B01-F0953334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∂L/∂ŷ</a:t>
            </a:r>
          </a:p>
        </p:txBody>
      </p:sp>
      <p:sp>
        <p:nvSpPr>
          <p:cNvPr id="12" name="hess">
            <a:extLst xmlns:a="http://schemas.openxmlformats.org/drawingml/2006/main">
              <a:ext uri="{FF2B5EF4-FFF2-40B4-BE49-F238E27FC236}">
                <a16:creationId xmlns:a16="http://schemas.microsoft.com/office/drawing/2014/main" id="{24E1BAFF-E717-4D9C-B357-E4B79EF8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hess-title">
            <a:extLst xmlns:a="http://schemas.openxmlformats.org/drawingml/2006/main">
              <a:ext uri="{FF2B5EF4-FFF2-40B4-BE49-F238E27FC236}">
                <a16:creationId xmlns:a16="http://schemas.microsoft.com/office/drawing/2014/main" id="{376EEB51-CEBA-46B7-AD03-5C35157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</a:defRPr>
            </a:pPr>
            <a:r>
              <a:rPr sz="1500" b="1">
                <a:solidFill>
                  <a:srgbClr val="B9152A"/>
                </a:solidFill>
              </a:rPr>
              <a:t>second-order Hessian</a:t>
            </a:r>
          </a:p>
        </p:txBody>
      </p:sp>
      <p:sp>
        <p:nvSpPr>
          <p:cNvPr id="14" name="hess-body">
            <a:extLst xmlns:a="http://schemas.openxmlformats.org/drawingml/2006/main">
              <a:ext uri="{FF2B5EF4-FFF2-40B4-BE49-F238E27FC236}">
                <a16:creationId xmlns:a16="http://schemas.microsoft.com/office/drawing/2014/main" id="{1A61F83A-CFCF-4134-AD05-435FB8F4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curvature / strength of correction</a:t>
            </a:r>
          </a:p>
        </p:txBody>
      </p:sp>
      <p:sp>
        <p:nvSpPr>
          <p:cNvPr id="15" name="hess-symbol">
            <a:extLst xmlns:a="http://schemas.openxmlformats.org/drawingml/2006/main">
              <a:ext uri="{FF2B5EF4-FFF2-40B4-BE49-F238E27FC236}">
                <a16:creationId xmlns:a16="http://schemas.microsoft.com/office/drawing/2014/main" id="{6C0346D5-C237-439F-98D4-1B52E84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∂²L/∂ŷ²</a:t>
            </a:r>
          </a:p>
        </p:txBody>
      </p:sp>
      <p:sp>
        <p:nvSpPr>
          <p:cNvPr id="16" name="gh-arrow-from">
            <a:extLst xmlns:a="http://schemas.openxmlformats.org/drawingml/2006/main">
              <a:ext uri="{FF2B5EF4-FFF2-40B4-BE49-F238E27FC236}">
                <a16:creationId xmlns:a16="http://schemas.microsoft.com/office/drawing/2014/main" id="{DC8AEF94-F210-4796-8109-4AF1A4D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h-arrow-to">
            <a:extLst xmlns:a="http://schemas.openxmlformats.org/drawingml/2006/main">
              <a:ext uri="{FF2B5EF4-FFF2-40B4-BE49-F238E27FC236}">
                <a16:creationId xmlns:a16="http://schemas.microsoft.com/office/drawing/2014/main" id="{2CA01D85-2888-411B-AC79-78158275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gh-arrow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05550" y="35814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 xmlns:a="http://schemas.openxmlformats.org/drawingml/2006/main">
              <a:ext uri="{FF2B5EF4-FFF2-40B4-BE49-F238E27FC236}">
                <a16:creationId xmlns:a16="http://schemas.microsoft.com/office/drawing/2014/main" id="{D92D69F4-EEEC-4598-8C32-A1C57C9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1379414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9AB49A8-932C-410A-8A16-0068A5A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A603C23-4F63-4346-984E-8AA41E6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E77D218-8483-466D-A35A-FBFB79F6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6CBA42-E56A-4274-AE83-5224BB8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7F186A-2A8D-43D4-9E10-2C4E30E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98228EF-A7A1-40D1-BAD6-8EECC19E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16/28</a:t>
            </a:r>
          </a:p>
        </p:txBody>
      </p:sp>
      <p:sp>
        <p:nvSpPr>
          <p:cNvPr id="7" name="tree-0">
            <a:extLst xmlns:a="http://schemas.openxmlformats.org/drawingml/2006/main">
              <a:ext uri="{FF2B5EF4-FFF2-40B4-BE49-F238E27FC236}">
                <a16:creationId xmlns:a16="http://schemas.microsoft.com/office/drawing/2014/main" id="{3CAE6192-2BC0-4184-91B0-98B9C4AD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-dot-0-0">
            <a:extLst xmlns:a="http://schemas.openxmlformats.org/drawingml/2006/main">
              <a:ext uri="{FF2B5EF4-FFF2-40B4-BE49-F238E27FC236}">
                <a16:creationId xmlns:a16="http://schemas.microsoft.com/office/drawing/2014/main" id="{F1C7109A-9916-433D-B31A-CFCA1BC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-dot-0-1">
            <a:extLst xmlns:a="http://schemas.openxmlformats.org/drawingml/2006/main">
              <a:ext uri="{FF2B5EF4-FFF2-40B4-BE49-F238E27FC236}">
                <a16:creationId xmlns:a16="http://schemas.microsoft.com/office/drawing/2014/main" id="{7A49EA6F-D713-49A7-A1D7-2347E32F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-dot-0-2">
            <a:extLst xmlns:a="http://schemas.openxmlformats.org/drawingml/2006/main">
              <a:ext uri="{FF2B5EF4-FFF2-40B4-BE49-F238E27FC236}">
                <a16:creationId xmlns:a16="http://schemas.microsoft.com/office/drawing/2014/main" id="{7C14E97D-D68F-4AB1-B164-D98A7954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-line-0-1">
            <a:extLst xmlns:a="http://schemas.openxmlformats.org/drawingml/2006/main">
              <a:ext uri="{FF2B5EF4-FFF2-40B4-BE49-F238E27FC236}">
                <a16:creationId xmlns:a16="http://schemas.microsoft.com/office/drawing/2014/main" id="{982FB06D-ED29-44F4-8D4A-825D58F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2" name="tr-line-0-2">
            <a:extLst xmlns:a="http://schemas.openxmlformats.org/drawingml/2006/main">
              <a:ext uri="{FF2B5EF4-FFF2-40B4-BE49-F238E27FC236}">
                <a16:creationId xmlns:a16="http://schemas.microsoft.com/office/drawing/2014/main" id="{11BC1733-50D3-4CE3-9553-6531B8B2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3" name="tree-1">
            <a:extLst xmlns:a="http://schemas.openxmlformats.org/drawingml/2006/main">
              <a:ext uri="{FF2B5EF4-FFF2-40B4-BE49-F238E27FC236}">
                <a16:creationId xmlns:a16="http://schemas.microsoft.com/office/drawing/2014/main" id="{2AEC6C5C-C515-45BA-8E05-B2DE4B4F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tr-dot-1-0">
            <a:extLst xmlns:a="http://schemas.openxmlformats.org/drawingml/2006/main">
              <a:ext uri="{FF2B5EF4-FFF2-40B4-BE49-F238E27FC236}">
                <a16:creationId xmlns:a16="http://schemas.microsoft.com/office/drawing/2014/main" id="{FA7E199B-7B3F-48E1-8CBF-B9C34B55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-dot-1-1">
            <a:extLst xmlns:a="http://schemas.openxmlformats.org/drawingml/2006/main">
              <a:ext uri="{FF2B5EF4-FFF2-40B4-BE49-F238E27FC236}">
                <a16:creationId xmlns:a16="http://schemas.microsoft.com/office/drawing/2014/main" id="{C2D749CD-2AAF-4986-A0D8-3C4E3F43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-dot-1-2">
            <a:extLst xmlns:a="http://schemas.openxmlformats.org/drawingml/2006/main">
              <a:ext uri="{FF2B5EF4-FFF2-40B4-BE49-F238E27FC236}">
                <a16:creationId xmlns:a16="http://schemas.microsoft.com/office/drawing/2014/main" id="{C81DB21D-8443-488A-A61B-C9D1B8C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-line-1-1">
            <a:extLst xmlns:a="http://schemas.openxmlformats.org/drawingml/2006/main">
              <a:ext uri="{FF2B5EF4-FFF2-40B4-BE49-F238E27FC236}">
                <a16:creationId xmlns:a16="http://schemas.microsoft.com/office/drawing/2014/main" id="{FB22487B-76F1-468D-B879-3BA8DC70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-line-1-2">
            <a:extLst xmlns:a="http://schemas.openxmlformats.org/drawingml/2006/main">
              <a:ext uri="{FF2B5EF4-FFF2-40B4-BE49-F238E27FC236}">
                <a16:creationId xmlns:a16="http://schemas.microsoft.com/office/drawing/2014/main" id="{2145C237-78E6-49A6-BE17-5B6CF3A2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A66F27B3-0239-46D0-8539-BA3A14F6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tr-dot-2-0">
            <a:extLst xmlns:a="http://schemas.openxmlformats.org/drawingml/2006/main">
              <a:ext uri="{FF2B5EF4-FFF2-40B4-BE49-F238E27FC236}">
                <a16:creationId xmlns:a16="http://schemas.microsoft.com/office/drawing/2014/main" id="{70BA59AA-5020-430A-ACE8-A1AB1A3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-dot-2-1">
            <a:extLst xmlns:a="http://schemas.openxmlformats.org/drawingml/2006/main">
              <a:ext uri="{FF2B5EF4-FFF2-40B4-BE49-F238E27FC236}">
                <a16:creationId xmlns:a16="http://schemas.microsoft.com/office/drawing/2014/main" id="{7074892E-5472-43E1-B9D3-413D5DAF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-dot-2-2">
            <a:extLst xmlns:a="http://schemas.openxmlformats.org/drawingml/2006/main">
              <a:ext uri="{FF2B5EF4-FFF2-40B4-BE49-F238E27FC236}">
                <a16:creationId xmlns:a16="http://schemas.microsoft.com/office/drawing/2014/main" id="{653FD26F-D934-4E10-B4D9-51B51C55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-line-2-1">
            <a:extLst xmlns:a="http://schemas.openxmlformats.org/drawingml/2006/main">
              <a:ext uri="{FF2B5EF4-FFF2-40B4-BE49-F238E27FC236}">
                <a16:creationId xmlns:a16="http://schemas.microsoft.com/office/drawing/2014/main" id="{33EB3D7B-7BB4-455B-89FB-61EE07A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r-line-2-2">
            <a:extLst xmlns:a="http://schemas.openxmlformats.org/drawingml/2006/main">
              <a:ext uri="{FF2B5EF4-FFF2-40B4-BE49-F238E27FC236}">
                <a16:creationId xmlns:a16="http://schemas.microsoft.com/office/drawing/2014/main" id="{7C6EF9A8-8A7A-41F2-9842-1B659ABE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5" name="ens-lab-0">
            <a:extLst xmlns:a="http://schemas.openxmlformats.org/drawingml/2006/main">
              <a:ext uri="{FF2B5EF4-FFF2-40B4-BE49-F238E27FC236}">
                <a16:creationId xmlns:a16="http://schemas.microsoft.com/office/drawing/2014/main" id="{B0D5B00A-11EA-461E-93EB-12728C32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ens-lab-0-title">
            <a:extLst xmlns:a="http://schemas.openxmlformats.org/drawingml/2006/main">
              <a:ext uri="{FF2B5EF4-FFF2-40B4-BE49-F238E27FC236}">
                <a16:creationId xmlns:a16="http://schemas.microsoft.com/office/drawing/2014/main" id="{53434ADA-F9C2-4EC0-A55F-A6705461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learning rate 0.05</a:t>
            </a:r>
          </a:p>
        </p:txBody>
      </p:sp>
      <p:sp>
        <p:nvSpPr>
          <p:cNvPr id="27" name="ens-line-0">
            <a:extLst xmlns:a="http://schemas.openxmlformats.org/drawingml/2006/main">
              <a:ext uri="{FF2B5EF4-FFF2-40B4-BE49-F238E27FC236}">
                <a16:creationId xmlns:a16="http://schemas.microsoft.com/office/drawing/2014/main" id="{BBA1FA86-0D40-4E1D-AA5D-C573FFD9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9775"/>
            <a:ext cx="4286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28" name="ens-lab-1">
            <a:extLst xmlns:a="http://schemas.openxmlformats.org/drawingml/2006/main">
              <a:ext uri="{FF2B5EF4-FFF2-40B4-BE49-F238E27FC236}">
                <a16:creationId xmlns:a16="http://schemas.microsoft.com/office/drawing/2014/main" id="{728E70C8-8F53-4F0E-95A8-A8F67A3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ens-lab-1-title">
            <a:extLst xmlns:a="http://schemas.openxmlformats.org/drawingml/2006/main">
              <a:ext uri="{FF2B5EF4-FFF2-40B4-BE49-F238E27FC236}">
                <a16:creationId xmlns:a16="http://schemas.microsoft.com/office/drawing/2014/main" id="{4A880B38-CEB8-421E-BC7B-A2E84B91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depth 7</a:t>
            </a:r>
          </a:p>
        </p:txBody>
      </p:sp>
      <p:sp>
        <p:nvSpPr>
          <p:cNvPr id="30" name="ens-line-1">
            <a:extLst xmlns:a="http://schemas.openxmlformats.org/drawingml/2006/main">
              <a:ext uri="{FF2B5EF4-FFF2-40B4-BE49-F238E27FC236}">
                <a16:creationId xmlns:a16="http://schemas.microsoft.com/office/drawing/2014/main" id="{BC2DB72E-18E5-45B5-8049-80008EB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2857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1" name="ens-lab-2">
            <a:extLst xmlns:a="http://schemas.openxmlformats.org/drawingml/2006/main">
              <a:ext uri="{FF2B5EF4-FFF2-40B4-BE49-F238E27FC236}">
                <a16:creationId xmlns:a16="http://schemas.microsoft.com/office/drawing/2014/main" id="{667D2BF5-4832-4680-9CAB-D6FC0D6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ens-lab-2-title">
            <a:extLst xmlns:a="http://schemas.openxmlformats.org/drawingml/2006/main">
              <a:ext uri="{FF2B5EF4-FFF2-40B4-BE49-F238E27FC236}">
                <a16:creationId xmlns:a16="http://schemas.microsoft.com/office/drawing/2014/main" id="{7532B4A1-39ED-4BF4-8E47-87AE47B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500 trees</a:t>
            </a:r>
          </a:p>
        </p:txBody>
      </p:sp>
      <p:sp>
        <p:nvSpPr>
          <p:cNvPr id="33" name="ens-line-2">
            <a:extLst xmlns:a="http://schemas.openxmlformats.org/drawingml/2006/main">
              <a:ext uri="{FF2B5EF4-FFF2-40B4-BE49-F238E27FC236}">
                <a16:creationId xmlns:a16="http://schemas.microsoft.com/office/drawing/2014/main" id="{2B2DC058-A9C2-43D7-A45D-D00440D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9775"/>
            <a:ext cx="-109537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34" name="ens-lab-3">
            <a:extLst xmlns:a="http://schemas.openxmlformats.org/drawingml/2006/main">
              <a:ext uri="{FF2B5EF4-FFF2-40B4-BE49-F238E27FC236}">
                <a16:creationId xmlns:a16="http://schemas.microsoft.com/office/drawing/2014/main" id="{A3581398-6BC9-462D-BA37-29C682E0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ens-lab-3-title">
            <a:extLst xmlns:a="http://schemas.openxmlformats.org/drawingml/2006/main">
              <a:ext uri="{FF2B5EF4-FFF2-40B4-BE49-F238E27FC236}">
                <a16:creationId xmlns:a16="http://schemas.microsoft.com/office/drawing/2014/main" id="{0977920F-2370-4929-9E5E-07DBDBAE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row sample 80%</a:t>
            </a:r>
          </a:p>
        </p:txBody>
      </p:sp>
      <p:sp>
        <p:nvSpPr>
          <p:cNvPr id="36" name="ens-line-3">
            <a:extLst xmlns:a="http://schemas.openxmlformats.org/drawingml/2006/main">
              <a:ext uri="{FF2B5EF4-FFF2-40B4-BE49-F238E27FC236}">
                <a16:creationId xmlns:a16="http://schemas.microsoft.com/office/drawing/2014/main" id="{EE2CEC06-6471-498C-86BC-C0ADA65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43525"/>
            <a:ext cx="4286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7" name="ens-lab-4">
            <a:extLst xmlns:a="http://schemas.openxmlformats.org/drawingml/2006/main">
              <a:ext uri="{FF2B5EF4-FFF2-40B4-BE49-F238E27FC236}">
                <a16:creationId xmlns:a16="http://schemas.microsoft.com/office/drawing/2014/main" id="{5863B27C-839A-43DE-95EC-75FFE64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ens-lab-4-title">
            <a:extLst xmlns:a="http://schemas.openxmlformats.org/drawingml/2006/main">
              <a:ext uri="{FF2B5EF4-FFF2-40B4-BE49-F238E27FC236}">
                <a16:creationId xmlns:a16="http://schemas.microsoft.com/office/drawing/2014/main" id="{F73CC941-13DB-49A6-B994-CA1C3AE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feature sample 80%</a:t>
            </a:r>
          </a:p>
        </p:txBody>
      </p:sp>
      <p:sp>
        <p:nvSpPr>
          <p:cNvPr id="39" name="ens-line-4">
            <a:extLst xmlns:a="http://schemas.openxmlformats.org/drawingml/2006/main">
              <a:ext uri="{FF2B5EF4-FFF2-40B4-BE49-F238E27FC236}">
                <a16:creationId xmlns:a16="http://schemas.microsoft.com/office/drawing/2014/main" id="{7F9D37D5-D385-48DD-8EDE-913A785F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29275"/>
            <a:ext cx="285750" cy="-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40" name="ens-lab-5">
            <a:extLst xmlns:a="http://schemas.openxmlformats.org/drawingml/2006/main">
              <a:ext uri="{FF2B5EF4-FFF2-40B4-BE49-F238E27FC236}">
                <a16:creationId xmlns:a16="http://schemas.microsoft.com/office/drawing/2014/main" id="{E69348E1-BB72-42FF-A199-FD97A01F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ens-lab-5-title">
            <a:extLst xmlns:a="http://schemas.openxmlformats.org/drawingml/2006/main">
              <a:ext uri="{FF2B5EF4-FFF2-40B4-BE49-F238E27FC236}">
                <a16:creationId xmlns:a16="http://schemas.microsoft.com/office/drawing/2014/main" id="{031808BF-C80D-4869-9DDA-B0FE4C5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L1 / L2 regularisation</a:t>
            </a:r>
          </a:p>
        </p:txBody>
      </p:sp>
      <p:sp>
        <p:nvSpPr>
          <p:cNvPr id="42" name="ens-line-5">
            <a:extLst xmlns:a="http://schemas.openxmlformats.org/drawingml/2006/main">
              <a:ext uri="{FF2B5EF4-FFF2-40B4-BE49-F238E27FC236}">
                <a16:creationId xmlns:a16="http://schemas.microsoft.com/office/drawing/2014/main" id="{407CFEFE-F562-4900-BDAE-245B383D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43525"/>
            <a:ext cx="-10001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43" name="ens-lab-6">
            <a:extLst xmlns:a="http://schemas.openxmlformats.org/drawingml/2006/main">
              <a:ext uri="{FF2B5EF4-FFF2-40B4-BE49-F238E27FC236}">
                <a16:creationId xmlns:a16="http://schemas.microsoft.com/office/drawing/2014/main" id="{75B58AC0-EF45-4C2C-9C69-E4872AE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4" name="ens-lab-6-title">
            <a:extLst xmlns:a="http://schemas.openxmlformats.org/drawingml/2006/main">
              <a:ext uri="{FF2B5EF4-FFF2-40B4-BE49-F238E27FC236}">
                <a16:creationId xmlns:a16="http://schemas.microsoft.com/office/drawing/2014/main" id="{56E83F15-159F-423D-818A-01FB81DD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814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hist method</a:t>
            </a:r>
          </a:p>
        </p:txBody>
      </p:sp>
      <p:sp>
        <p:nvSpPr>
          <p:cNvPr id="45" name="ens-line-6">
            <a:extLst xmlns:a="http://schemas.openxmlformats.org/drawingml/2006/main">
              <a:ext uri="{FF2B5EF4-FFF2-40B4-BE49-F238E27FC236}">
                <a16:creationId xmlns:a16="http://schemas.microsoft.com/office/drawing/2014/main" id="{8F2583A3-4775-4C2D-8801-9F62DB74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29025"/>
            <a:ext cx="-1190625" cy="-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4933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139B79F-054A-4C93-BB5A-03F01A2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AE87DF6-861E-49B8-A0E5-7164CA8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51A4174-CF80-44E4-BDEC-2BA29C1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67492A-DB59-4CDA-98F9-C840EA42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Strict checks define the boundary of the reported result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C747DB-BDE9-46C0-9EC0-7A352024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A2949AD-C514-4E21-BA90-D961A15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17/28</a:t>
            </a:r>
          </a:p>
        </p:txBody>
      </p:sp>
      <p:sp>
        <p:nvSpPr>
          <p:cNvPr id="7" name="strict-chart">
            <a:extLst xmlns:a="http://schemas.openxmlformats.org/drawingml/2006/main">
              <a:ext uri="{FF2B5EF4-FFF2-40B4-BE49-F238E27FC236}">
                <a16:creationId xmlns:a16="http://schemas.microsoft.com/office/drawing/2014/main" id="{06965771-6726-4D4A-92E8-C46EF059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14500"/>
            <a:ext cx="10858500" cy="4238625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trict-axis">
            <a:extLst xmlns:a="http://schemas.openxmlformats.org/drawingml/2006/main">
              <a:ext uri="{FF2B5EF4-FFF2-40B4-BE49-F238E27FC236}">
                <a16:creationId xmlns:a16="http://schemas.microsoft.com/office/drawing/2014/main" id="{A057D541-21DD-4A07-8462-0708F148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149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strict-yaxis">
            <a:extLst xmlns:a="http://schemas.openxmlformats.org/drawingml/2006/main">
              <a:ext uri="{FF2B5EF4-FFF2-40B4-BE49-F238E27FC236}">
                <a16:creationId xmlns:a16="http://schemas.microsoft.com/office/drawing/2014/main" id="{E63BB839-A805-4FD3-94A8-58B604F8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strict-bar-0-0">
            <a:extLst xmlns:a="http://schemas.openxmlformats.org/drawingml/2006/main">
              <a:ext uri="{FF2B5EF4-FFF2-40B4-BE49-F238E27FC236}">
                <a16:creationId xmlns:a16="http://schemas.microsoft.com/office/drawing/2014/main" id="{C39D20FD-E738-4097-9A73-A8721AE4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75254"/>
            <a:ext cx="419100" cy="173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ict-val-0-0">
            <a:extLst xmlns:a="http://schemas.openxmlformats.org/drawingml/2006/main">
              <a:ext uri="{FF2B5EF4-FFF2-40B4-BE49-F238E27FC236}">
                <a16:creationId xmlns:a16="http://schemas.microsoft.com/office/drawing/2014/main" id="{DE492290-D3C8-4413-B2AE-334F9C12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8475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12" name="strict-bar-0-1">
            <a:extLst xmlns:a="http://schemas.openxmlformats.org/drawingml/2006/main">
              <a:ext uri="{FF2B5EF4-FFF2-40B4-BE49-F238E27FC236}">
                <a16:creationId xmlns:a16="http://schemas.microsoft.com/office/drawing/2014/main" id="{AE308703-B841-4A3C-814F-8FFAF24B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2414"/>
            <a:ext cx="419100" cy="1602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ict-val-0-1">
            <a:extLst xmlns:a="http://schemas.openxmlformats.org/drawingml/2006/main">
              <a:ext uri="{FF2B5EF4-FFF2-40B4-BE49-F238E27FC236}">
                <a16:creationId xmlns:a16="http://schemas.microsoft.com/office/drawing/2014/main" id="{CA20FEFF-0F35-449A-8440-2FDD6CD4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2191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70.1%</a:t>
            </a:r>
          </a:p>
        </p:txBody>
      </p:sp>
      <p:sp>
        <p:nvSpPr>
          <p:cNvPr id="14" name="strict-cat-0">
            <a:extLst xmlns:a="http://schemas.openxmlformats.org/drawingml/2006/main">
              <a:ext uri="{FF2B5EF4-FFF2-40B4-BE49-F238E27FC236}">
                <a16:creationId xmlns:a16="http://schemas.microsoft.com/office/drawing/2014/main" id="{22654E1A-88FE-44A5-B80D-3D7143A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15" name="strict-bar-1-0">
            <a:extLst xmlns:a="http://schemas.openxmlformats.org/drawingml/2006/main">
              <a:ext uri="{FF2B5EF4-FFF2-40B4-BE49-F238E27FC236}">
                <a16:creationId xmlns:a16="http://schemas.microsoft.com/office/drawing/2014/main" id="{677D408B-538C-400D-9E04-756E45E5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3287268"/>
            <a:ext cx="419100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ict-val-1-0">
            <a:extLst xmlns:a="http://schemas.openxmlformats.org/drawingml/2006/main">
              <a:ext uri="{FF2B5EF4-FFF2-40B4-BE49-F238E27FC236}">
                <a16:creationId xmlns:a16="http://schemas.microsoft.com/office/drawing/2014/main" id="{078C1027-CB4E-439A-8269-EA5682A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096768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17" name="strict-bar-1-1">
            <a:extLst xmlns:a="http://schemas.openxmlformats.org/drawingml/2006/main">
              <a:ext uri="{FF2B5EF4-FFF2-40B4-BE49-F238E27FC236}">
                <a16:creationId xmlns:a16="http://schemas.microsoft.com/office/drawing/2014/main" id="{4A2E5B2F-BCD4-4268-B31C-49DDF459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396996"/>
            <a:ext cx="419100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ict-val-1-1">
            <a:extLst xmlns:a="http://schemas.openxmlformats.org/drawingml/2006/main">
              <a:ext uri="{FF2B5EF4-FFF2-40B4-BE49-F238E27FC236}">
                <a16:creationId xmlns:a16="http://schemas.microsoft.com/office/drawing/2014/main" id="{75CD4AE6-9AEB-4CB7-B524-945C0F8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320649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66.4%</a:t>
            </a:r>
          </a:p>
        </p:txBody>
      </p:sp>
      <p:sp>
        <p:nvSpPr>
          <p:cNvPr id="19" name="strict-cat-1">
            <a:extLst xmlns:a="http://schemas.openxmlformats.org/drawingml/2006/main">
              <a:ext uri="{FF2B5EF4-FFF2-40B4-BE49-F238E27FC236}">
                <a16:creationId xmlns:a16="http://schemas.microsoft.com/office/drawing/2014/main" id="{174166D5-02CB-4B54-8570-4AE92C99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20" name="strict-bar-2-0">
            <a:extLst xmlns:a="http://schemas.openxmlformats.org/drawingml/2006/main">
              <a:ext uri="{FF2B5EF4-FFF2-40B4-BE49-F238E27FC236}">
                <a16:creationId xmlns:a16="http://schemas.microsoft.com/office/drawing/2014/main" id="{6A8539AC-DF7F-486F-888E-49959B29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48406"/>
            <a:ext cx="419100" cy="1666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rict-val-2-0">
            <a:extLst xmlns:a="http://schemas.openxmlformats.org/drawingml/2006/main">
              <a:ext uri="{FF2B5EF4-FFF2-40B4-BE49-F238E27FC236}">
                <a16:creationId xmlns:a16="http://schemas.microsoft.com/office/drawing/2014/main" id="{18D93999-D3DF-4B05-ABFB-C8D1AA0B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579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22" name="strict-bar-2-1">
            <a:extLst xmlns:a="http://schemas.openxmlformats.org/drawingml/2006/main">
              <a:ext uri="{FF2B5EF4-FFF2-40B4-BE49-F238E27FC236}">
                <a16:creationId xmlns:a16="http://schemas.microsoft.com/office/drawing/2014/main" id="{235C25F7-D53D-4B3F-AD6C-05C658C8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9282"/>
            <a:ext cx="41910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rict-val-2-1">
            <a:extLst xmlns:a="http://schemas.openxmlformats.org/drawingml/2006/main">
              <a:ext uri="{FF2B5EF4-FFF2-40B4-BE49-F238E27FC236}">
                <a16:creationId xmlns:a16="http://schemas.microsoft.com/office/drawing/2014/main" id="{10FFD946-57E2-4248-9A30-EE10936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8782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66.3%</a:t>
            </a:r>
          </a:p>
        </p:txBody>
      </p:sp>
      <p:sp>
        <p:nvSpPr>
          <p:cNvPr id="24" name="strict-cat-2">
            <a:extLst xmlns:a="http://schemas.openxmlformats.org/drawingml/2006/main">
              <a:ext uri="{FF2B5EF4-FFF2-40B4-BE49-F238E27FC236}">
                <a16:creationId xmlns:a16="http://schemas.microsoft.com/office/drawing/2014/main" id="{B877C6BD-5F81-4430-8EFD-546EF9D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25" name="strict-bar-3-0">
            <a:extLst xmlns:a="http://schemas.openxmlformats.org/drawingml/2006/main">
              <a:ext uri="{FF2B5EF4-FFF2-40B4-BE49-F238E27FC236}">
                <a16:creationId xmlns:a16="http://schemas.microsoft.com/office/drawing/2014/main" id="{8ABABA0C-5895-4BB8-97A9-55A5C014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255264"/>
            <a:ext cx="419100" cy="1659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rict-val-3-0">
            <a:extLst xmlns:a="http://schemas.openxmlformats.org/drawingml/2006/main">
              <a:ext uri="{FF2B5EF4-FFF2-40B4-BE49-F238E27FC236}">
                <a16:creationId xmlns:a16="http://schemas.microsoft.com/office/drawing/2014/main" id="{D2F3A8CE-E918-41B7-B8D6-8432940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06476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27" name="strict-bar-3-1">
            <a:extLst xmlns:a="http://schemas.openxmlformats.org/drawingml/2006/main">
              <a:ext uri="{FF2B5EF4-FFF2-40B4-BE49-F238E27FC236}">
                <a16:creationId xmlns:a16="http://schemas.microsoft.com/office/drawing/2014/main" id="{69D17504-BB55-4E1C-9DBE-15C77798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536442"/>
            <a:ext cx="419100" cy="137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rict-val-3-1">
            <a:extLst xmlns:a="http://schemas.openxmlformats.org/drawingml/2006/main">
              <a:ext uri="{FF2B5EF4-FFF2-40B4-BE49-F238E27FC236}">
                <a16:creationId xmlns:a16="http://schemas.microsoft.com/office/drawing/2014/main" id="{BBD56B9D-709D-4476-8F57-03DC86A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345942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60.3%</a:t>
            </a:r>
          </a:p>
        </p:txBody>
      </p:sp>
      <p:sp>
        <p:nvSpPr>
          <p:cNvPr id="29" name="strict-cat-3">
            <a:extLst xmlns:a="http://schemas.openxmlformats.org/drawingml/2006/main">
              <a:ext uri="{FF2B5EF4-FFF2-40B4-BE49-F238E27FC236}">
                <a16:creationId xmlns:a16="http://schemas.microsoft.com/office/drawing/2014/main" id="{AE1014BA-23A2-4FB6-963F-568FA95B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v8</a:t>
            </a:r>
          </a:p>
        </p:txBody>
      </p:sp>
      <p:sp>
        <p:nvSpPr>
          <p:cNvPr id="30" name="strict-legend">
            <a:extLst xmlns:a="http://schemas.openxmlformats.org/drawingml/2006/main">
              <a:ext uri="{FF2B5EF4-FFF2-40B4-BE49-F238E27FC236}">
                <a16:creationId xmlns:a16="http://schemas.microsoft.com/office/drawing/2014/main" id="{D9348FA7-4064-477F-9316-96495F0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81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Accuracy / balanced accuracy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15357206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52AF5D6-844A-4288-9ADD-F77BD4E2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24E1C5D-AD95-48A8-89CF-450526E0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431FCAC-81BD-4285-815F-36D386E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DF618D-4687-47C5-9543-58C2910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Model evolution reduced the problem to its deployable form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4527A3-59AC-437C-82E8-1756EEDF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5CC00C5-CD79-40CC-B70C-5C83187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18/28</a:t>
            </a:r>
          </a:p>
        </p:txBody>
      </p:sp>
      <p:sp>
        <p:nvSpPr>
          <p:cNvPr id="7" name="evo-frame">
            <a:extLst xmlns:a="http://schemas.openxmlformats.org/drawingml/2006/main">
              <a:ext uri="{FF2B5EF4-FFF2-40B4-BE49-F238E27FC236}">
                <a16:creationId xmlns:a16="http://schemas.microsoft.com/office/drawing/2014/main" id="{21A5A7CE-439F-4483-B7C5-F0F378FA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1133475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o-bar-0">
            <a:extLst xmlns:a="http://schemas.openxmlformats.org/drawingml/2006/main">
              <a:ext uri="{FF2B5EF4-FFF2-40B4-BE49-F238E27FC236}">
                <a16:creationId xmlns:a16="http://schemas.microsoft.com/office/drawing/2014/main" id="{BA58D2BC-BFBF-45F4-8E37-D00A7A56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9998"/>
            <a:ext cx="6667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-val-0">
            <a:extLst xmlns:a="http://schemas.openxmlformats.org/drawingml/2006/main">
              <a:ext uri="{FF2B5EF4-FFF2-40B4-BE49-F238E27FC236}">
                <a16:creationId xmlns:a16="http://schemas.microsoft.com/office/drawing/2014/main" id="{6F21660F-55CB-4751-A4FB-39D4E88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1398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44.4%</a:t>
            </a:r>
          </a:p>
        </p:txBody>
      </p:sp>
      <p:sp>
        <p:nvSpPr>
          <p:cNvPr id="10" name="evo-ver-0">
            <a:extLst xmlns:a="http://schemas.openxmlformats.org/drawingml/2006/main">
              <a:ext uri="{FF2B5EF4-FFF2-40B4-BE49-F238E27FC236}">
                <a16:creationId xmlns:a16="http://schemas.microsoft.com/office/drawing/2014/main" id="{C2F6F9B0-E2D7-4D30-9D48-38595C38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v1</a:t>
            </a:r>
          </a:p>
        </p:txBody>
      </p:sp>
      <p:sp>
        <p:nvSpPr>
          <p:cNvPr id="11" name="evo-note-0">
            <a:extLst xmlns:a="http://schemas.openxmlformats.org/drawingml/2006/main">
              <a:ext uri="{FF2B5EF4-FFF2-40B4-BE49-F238E27FC236}">
                <a16:creationId xmlns:a16="http://schemas.microsoft.com/office/drawing/2014/main" id="{CF9DD4AF-B98E-4A7C-A648-EADD7217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regression</a:t>
            </a:r>
          </a:p>
        </p:txBody>
      </p:sp>
      <p:sp>
        <p:nvSpPr>
          <p:cNvPr id="12" name="evo-bar-1">
            <a:extLst xmlns:a="http://schemas.openxmlformats.org/drawingml/2006/main">
              <a:ext uri="{FF2B5EF4-FFF2-40B4-BE49-F238E27FC236}">
                <a16:creationId xmlns:a16="http://schemas.microsoft.com/office/drawing/2014/main" id="{D002ABA5-769F-4367-85E4-9F0BDD1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5891"/>
            <a:ext cx="666750" cy="1637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-val-1">
            <a:extLst xmlns:a="http://schemas.openxmlformats.org/drawingml/2006/main">
              <a:ext uri="{FF2B5EF4-FFF2-40B4-BE49-F238E27FC236}">
                <a16:creationId xmlns:a16="http://schemas.microsoft.com/office/drawing/2014/main" id="{26D066A1-699D-4123-A66F-5A706F94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7291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62.5%</a:t>
            </a:r>
          </a:p>
        </p:txBody>
      </p:sp>
      <p:sp>
        <p:nvSpPr>
          <p:cNvPr id="14" name="evo-ver-1">
            <a:extLst xmlns:a="http://schemas.openxmlformats.org/drawingml/2006/main">
              <a:ext uri="{FF2B5EF4-FFF2-40B4-BE49-F238E27FC236}">
                <a16:creationId xmlns:a16="http://schemas.microsoft.com/office/drawing/2014/main" id="{C230761D-68A0-4926-9CDE-990EF0AF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v2</a:t>
            </a:r>
          </a:p>
        </p:txBody>
      </p:sp>
      <p:sp>
        <p:nvSpPr>
          <p:cNvPr id="15" name="evo-note-1">
            <a:extLst xmlns:a="http://schemas.openxmlformats.org/drawingml/2006/main">
              <a:ext uri="{FF2B5EF4-FFF2-40B4-BE49-F238E27FC236}">
                <a16:creationId xmlns:a16="http://schemas.microsoft.com/office/drawing/2014/main" id="{ACF7CF48-DA6A-47F9-BDFD-11D4ABE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16" name="evo-bar-2">
            <a:extLst xmlns:a="http://schemas.openxmlformats.org/drawingml/2006/main">
              <a:ext uri="{FF2B5EF4-FFF2-40B4-BE49-F238E27FC236}">
                <a16:creationId xmlns:a16="http://schemas.microsoft.com/office/drawing/2014/main" id="{46559029-2885-4114-A3E7-83C1C22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-val-2">
            <a:extLst xmlns:a="http://schemas.openxmlformats.org/drawingml/2006/main">
              <a:ext uri="{FF2B5EF4-FFF2-40B4-BE49-F238E27FC236}">
                <a16:creationId xmlns:a16="http://schemas.microsoft.com/office/drawing/2014/main" id="{F1BBFA55-6FEA-4B7A-91FE-CE428DB1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100.0%</a:t>
            </a:r>
          </a:p>
        </p:txBody>
      </p:sp>
      <p:sp>
        <p:nvSpPr>
          <p:cNvPr id="18" name="evo-ver-2">
            <a:extLst xmlns:a="http://schemas.openxmlformats.org/drawingml/2006/main">
              <a:ext uri="{FF2B5EF4-FFF2-40B4-BE49-F238E27FC236}">
                <a16:creationId xmlns:a16="http://schemas.microsoft.com/office/drawing/2014/main" id="{C1F866F9-96E5-490D-9B3A-2C55BF72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v3</a:t>
            </a:r>
          </a:p>
        </p:txBody>
      </p:sp>
      <p:sp>
        <p:nvSpPr>
          <p:cNvPr id="19" name="evo-note-2">
            <a:extLst xmlns:a="http://schemas.openxmlformats.org/drawingml/2006/main">
              <a:ext uri="{FF2B5EF4-FFF2-40B4-BE49-F238E27FC236}">
                <a16:creationId xmlns:a16="http://schemas.microsoft.com/office/drawing/2014/main" id="{8E621D45-10F5-4424-A8DE-26FF6304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leakage</a:t>
            </a:r>
          </a:p>
        </p:txBody>
      </p:sp>
      <p:sp>
        <p:nvSpPr>
          <p:cNvPr id="20" name="evo-bar-3">
            <a:extLst xmlns:a="http://schemas.openxmlformats.org/drawingml/2006/main">
              <a:ext uri="{FF2B5EF4-FFF2-40B4-BE49-F238E27FC236}">
                <a16:creationId xmlns:a16="http://schemas.microsoft.com/office/drawing/2014/main" id="{1B880143-D455-4503-95A2-6E1C98F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9656"/>
            <a:ext cx="666750" cy="199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o-val-3">
            <a:extLst xmlns:a="http://schemas.openxmlformats.org/drawingml/2006/main">
              <a:ext uri="{FF2B5EF4-FFF2-40B4-BE49-F238E27FC236}">
                <a16:creationId xmlns:a16="http://schemas.microsoft.com/office/drawing/2014/main" id="{7F2418F4-E811-4CE6-8FEB-635BCEDC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3105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76.1%</a:t>
            </a:r>
          </a:p>
        </p:txBody>
      </p:sp>
      <p:sp>
        <p:nvSpPr>
          <p:cNvPr id="22" name="evo-ver-3">
            <a:extLst xmlns:a="http://schemas.openxmlformats.org/drawingml/2006/main">
              <a:ext uri="{FF2B5EF4-FFF2-40B4-BE49-F238E27FC236}">
                <a16:creationId xmlns:a16="http://schemas.microsoft.com/office/drawing/2014/main" id="{ED69DA10-0DED-4F80-B0E6-AACA68F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v5</a:t>
            </a:r>
          </a:p>
        </p:txBody>
      </p:sp>
      <p:sp>
        <p:nvSpPr>
          <p:cNvPr id="23" name="evo-note-3">
            <a:extLst xmlns:a="http://schemas.openxmlformats.org/drawingml/2006/main">
              <a:ext uri="{FF2B5EF4-FFF2-40B4-BE49-F238E27FC236}">
                <a16:creationId xmlns:a16="http://schemas.microsoft.com/office/drawing/2014/main" id="{DCDF32B9-FC59-4D2E-BE99-1BC798D4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production</a:t>
            </a:r>
          </a:p>
        </p:txBody>
      </p:sp>
      <p:sp>
        <p:nvSpPr>
          <p:cNvPr id="24" name="evo-bar-4">
            <a:extLst xmlns:a="http://schemas.openxmlformats.org/drawingml/2006/main">
              <a:ext uri="{FF2B5EF4-FFF2-40B4-BE49-F238E27FC236}">
                <a16:creationId xmlns:a16="http://schemas.microsoft.com/office/drawing/2014/main" id="{726A3846-9E50-4FE1-9AA0-4148613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8005"/>
            <a:ext cx="666750" cy="186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o-val-4">
            <a:extLst xmlns:a="http://schemas.openxmlformats.org/drawingml/2006/main">
              <a:ext uri="{FF2B5EF4-FFF2-40B4-BE49-F238E27FC236}">
                <a16:creationId xmlns:a16="http://schemas.microsoft.com/office/drawing/2014/main" id="{4D589AE1-B0EC-42FB-87B5-4C2A660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940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71.2%</a:t>
            </a:r>
          </a:p>
        </p:txBody>
      </p:sp>
      <p:sp>
        <p:nvSpPr>
          <p:cNvPr id="26" name="evo-ver-4">
            <a:extLst xmlns:a="http://schemas.openxmlformats.org/drawingml/2006/main">
              <a:ext uri="{FF2B5EF4-FFF2-40B4-BE49-F238E27FC236}">
                <a16:creationId xmlns:a16="http://schemas.microsoft.com/office/drawing/2014/main" id="{D8EDDAA0-9EF6-4DA4-AD08-9216F0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v6</a:t>
            </a:r>
          </a:p>
        </p:txBody>
      </p:sp>
      <p:sp>
        <p:nvSpPr>
          <p:cNvPr id="27" name="evo-note-4">
            <a:extLst xmlns:a="http://schemas.openxmlformats.org/drawingml/2006/main">
              <a:ext uri="{FF2B5EF4-FFF2-40B4-BE49-F238E27FC236}">
                <a16:creationId xmlns:a16="http://schemas.microsoft.com/office/drawing/2014/main" id="{AB6DB395-D201-4712-A79D-92D9F8C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source-aware</a:t>
            </a:r>
          </a:p>
        </p:txBody>
      </p:sp>
      <p:sp>
        <p:nvSpPr>
          <p:cNvPr id="28" name="evo-bar-5">
            <a:extLst xmlns:a="http://schemas.openxmlformats.org/drawingml/2006/main">
              <a:ext uri="{FF2B5EF4-FFF2-40B4-BE49-F238E27FC236}">
                <a16:creationId xmlns:a16="http://schemas.microsoft.com/office/drawing/2014/main" id="{85761C38-CF82-4683-B3A7-B43EA312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3476"/>
            <a:ext cx="666750" cy="190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o-val-5">
            <a:extLst xmlns:a="http://schemas.openxmlformats.org/drawingml/2006/main">
              <a:ext uri="{FF2B5EF4-FFF2-40B4-BE49-F238E27FC236}">
                <a16:creationId xmlns:a16="http://schemas.microsoft.com/office/drawing/2014/main" id="{B7544109-7F67-4D58-A0BF-168DA08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487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72.9%</a:t>
            </a:r>
          </a:p>
        </p:txBody>
      </p:sp>
      <p:sp>
        <p:nvSpPr>
          <p:cNvPr id="30" name="evo-ver-5">
            <a:extLst xmlns:a="http://schemas.openxmlformats.org/drawingml/2006/main">
              <a:ext uri="{FF2B5EF4-FFF2-40B4-BE49-F238E27FC236}">
                <a16:creationId xmlns:a16="http://schemas.microsoft.com/office/drawing/2014/main" id="{C2BA9F16-BDC6-4494-BFF4-F61D6BA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v7</a:t>
            </a:r>
          </a:p>
        </p:txBody>
      </p:sp>
      <p:sp>
        <p:nvSpPr>
          <p:cNvPr id="31" name="evo-note-5">
            <a:extLst xmlns:a="http://schemas.openxmlformats.org/drawingml/2006/main">
              <a:ext uri="{FF2B5EF4-FFF2-40B4-BE49-F238E27FC236}">
                <a16:creationId xmlns:a16="http://schemas.microsoft.com/office/drawing/2014/main" id="{58069361-7B28-4F59-9AE1-F0EE2C4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regret</a:t>
            </a:r>
          </a:p>
        </p:txBody>
      </p:sp>
      <p:sp>
        <p:nvSpPr>
          <p:cNvPr id="32" name="evo-bar-6">
            <a:extLst xmlns:a="http://schemas.openxmlformats.org/drawingml/2006/main">
              <a:ext uri="{FF2B5EF4-FFF2-40B4-BE49-F238E27FC236}">
                <a16:creationId xmlns:a16="http://schemas.microsoft.com/office/drawing/2014/main" id="{630B993B-3F3D-40F8-B529-946FB56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1334"/>
            <a:ext cx="666750" cy="1901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o-val-6">
            <a:extLst xmlns:a="http://schemas.openxmlformats.org/drawingml/2006/main">
              <a:ext uri="{FF2B5EF4-FFF2-40B4-BE49-F238E27FC236}">
                <a16:creationId xmlns:a16="http://schemas.microsoft.com/office/drawing/2014/main" id="{2D1BDA42-B90E-4A29-9625-FA1CAA3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27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72.6%</a:t>
            </a:r>
          </a:p>
        </p:txBody>
      </p:sp>
      <p:sp>
        <p:nvSpPr>
          <p:cNvPr id="34" name="evo-ver-6">
            <a:extLst xmlns:a="http://schemas.openxmlformats.org/drawingml/2006/main">
              <a:ext uri="{FF2B5EF4-FFF2-40B4-BE49-F238E27FC236}">
                <a16:creationId xmlns:a16="http://schemas.microsoft.com/office/drawing/2014/main" id="{6F790D01-E654-4B50-80E6-51994329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v8</a:t>
            </a:r>
          </a:p>
        </p:txBody>
      </p:sp>
      <p:sp>
        <p:nvSpPr>
          <p:cNvPr id="35" name="evo-note-6">
            <a:extLst xmlns:a="http://schemas.openxmlformats.org/drawingml/2006/main">
              <a:ext uri="{FF2B5EF4-FFF2-40B4-BE49-F238E27FC236}">
                <a16:creationId xmlns:a16="http://schemas.microsoft.com/office/drawing/2014/main" id="{468A82BC-970D-4255-9DD4-47538AF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cascade</a:t>
            </a:r>
          </a:p>
        </p:txBody>
      </p:sp>
      <p:sp>
        <p:nvSpPr>
          <p:cNvPr id="36" name="evo-axis">
            <a:extLst xmlns:a="http://schemas.openxmlformats.org/drawingml/2006/main">
              <a:ext uri="{FF2B5EF4-FFF2-40B4-BE49-F238E27FC236}">
                <a16:creationId xmlns:a16="http://schemas.microsoft.com/office/drawing/2014/main" id="{5068F287-3381-4A14-A102-E7528044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5914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03B4D14-35C7-4B5F-AD93-CEFBF065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56505FA-29B1-4A0B-9284-C929B1A0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5B5AE5E-2621-467D-85BB-9EBCF4C8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BF70AC-3D52-4DB9-A3A0-009FFC59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Evaluation measures distance from SBS to VBS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0AC85F-4FB8-4EDF-863C-8E17A0A2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538325C-8F07-484E-99A7-2D13EAB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19/28</a:t>
            </a:r>
          </a:p>
        </p:txBody>
      </p:sp>
      <p:sp>
        <p:nvSpPr>
          <p:cNvPr id="7" name="eval-0">
            <a:extLst xmlns:a="http://schemas.openxmlformats.org/drawingml/2006/main">
              <a:ext uri="{FF2B5EF4-FFF2-40B4-BE49-F238E27FC236}">
                <a16:creationId xmlns:a16="http://schemas.microsoft.com/office/drawing/2014/main" id="{EB85B5D2-2CAC-4342-AC81-221AD80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395C30AB-7C62-43D9-BE0F-578E3AA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SBS</a:t>
            </a:r>
          </a:p>
        </p:txBody>
      </p:sp>
      <p:sp>
        <p:nvSpPr>
          <p:cNvPr id="9" name="eval-0-body">
            <a:extLst xmlns:a="http://schemas.openxmlformats.org/drawingml/2006/main">
              <a:ext uri="{FF2B5EF4-FFF2-40B4-BE49-F238E27FC236}">
                <a16:creationId xmlns:a16="http://schemas.microsoft.com/office/drawing/2014/main" id="{AC235A3E-8D18-4BEA-BAF3-661F5EA7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best fixed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over the evaluation set</a:t>
            </a:r>
          </a:p>
        </p:txBody>
      </p:sp>
      <p:sp>
        <p:nvSpPr>
          <p:cNvPr id="10" name="eval-1">
            <a:extLst xmlns:a="http://schemas.openxmlformats.org/drawingml/2006/main">
              <a:ext uri="{FF2B5EF4-FFF2-40B4-BE49-F238E27FC236}">
                <a16:creationId xmlns:a16="http://schemas.microsoft.com/office/drawing/2014/main" id="{8FCA66A3-FC14-4717-935E-AB974F47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5FE29C92-BD52-4558-AE14-18178CBC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VBS</a:t>
            </a:r>
          </a:p>
        </p:txBody>
      </p:sp>
      <p:sp>
        <p:nvSpPr>
          <p:cNvPr id="12" name="eval-1-body">
            <a:extLst xmlns:a="http://schemas.openxmlformats.org/drawingml/2006/main">
              <a:ext uri="{FF2B5EF4-FFF2-40B4-BE49-F238E27FC236}">
                <a16:creationId xmlns:a16="http://schemas.microsoft.com/office/drawing/2014/main" id="{26FC1C3B-5A4D-490E-8547-09C554A5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oracle fastest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for each array</a:t>
            </a:r>
          </a:p>
        </p:txBody>
      </p:sp>
      <p:sp>
        <p:nvSpPr>
          <p:cNvPr id="13" name="eval-2">
            <a:extLst xmlns:a="http://schemas.openxmlformats.org/drawingml/2006/main">
              <a:ext uri="{FF2B5EF4-FFF2-40B4-BE49-F238E27FC236}">
                <a16:creationId xmlns:a16="http://schemas.microsoft.com/office/drawing/2014/main" id="{F5E666EA-B9E2-44DE-B28A-50E3C6F9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7F01F276-3F5C-4314-BA29-5CDA49D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Model</a:t>
            </a:r>
          </a:p>
        </p:txBody>
      </p:sp>
      <p:sp>
        <p:nvSpPr>
          <p:cNvPr id="15" name="eval-2-body">
            <a:extLst xmlns:a="http://schemas.openxmlformats.org/drawingml/2006/main">
              <a:ext uri="{FF2B5EF4-FFF2-40B4-BE49-F238E27FC236}">
                <a16:creationId xmlns:a16="http://schemas.microsoft.com/office/drawing/2014/main" id="{3E97E619-97AD-4F41-BC4A-B3531D5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choose before 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using structural features</a:t>
            </a:r>
          </a:p>
        </p:txBody>
      </p:sp>
      <p:sp>
        <p:nvSpPr>
          <p:cNvPr id="16" name="regret">
            <a:extLst xmlns:a="http://schemas.openxmlformats.org/drawingml/2006/main">
              <a:ext uri="{FF2B5EF4-FFF2-40B4-BE49-F238E27FC236}">
                <a16:creationId xmlns:a16="http://schemas.microsoft.com/office/drawing/2014/main" id="{8162078C-CF65-416B-9788-CB9E687E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i="1">
                <a:solidFill>
                  <a:srgbClr val="171717"/>
                </a:solidFill>
              </a:defRPr>
            </a:pPr>
            <a:r>
              <a:rPr sz="1875" i="1">
                <a:solidFill>
                  <a:srgbClr val="171717"/>
                </a:solidFill>
              </a:rPr>
              <a:t>Regret = T_model − T_VBS</a:t>
            </a:r>
          </a:p>
        </p:txBody>
      </p:sp>
      <p:sp>
        <p:nvSpPr>
          <p:cNvPr id="17" name="gap">
            <a:extLst xmlns:a="http://schemas.openxmlformats.org/drawingml/2006/main">
              <a:ext uri="{FF2B5EF4-FFF2-40B4-BE49-F238E27FC236}">
                <a16:creationId xmlns:a16="http://schemas.microsoft.com/office/drawing/2014/main" id="{291678B3-9F53-4C80-8476-EED6191E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71717"/>
                </a:solidFill>
              </a:defRPr>
            </a:pPr>
            <a:r>
              <a:rPr sz="1575" i="1">
                <a:solidFill>
                  <a:srgbClr val="171717"/>
                </a:solidFill>
              </a:rPr>
              <a:t>Gap Closed = (T_SBS − T_model) / (T_SBS − T_VBS)</a:t>
            </a:r>
          </a:p>
        </p:txBody>
      </p:sp>
      <p:sp>
        <p:nvSpPr>
          <p:cNvPr id="18" name="eval-note">
            <a:extLst xmlns:a="http://schemas.openxmlformats.org/drawingml/2006/main">
              <a:ext uri="{FF2B5EF4-FFF2-40B4-BE49-F238E27FC236}">
                <a16:creationId xmlns:a16="http://schemas.microsoft.com/office/drawing/2014/main" id="{AB74FBC2-C69C-4B60-BFB6-448A5E7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17338705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B71EE5F-4562-4DD3-A042-642A5A8F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12132A7-091A-4CAF-B563-514821ED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197E8E2-6726-49E2-B7BD-FBFEE8B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1B48EB-56BC-416A-A4F1-88EED2A9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Accuracy alone is insufficient for algorithm selection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A78AEB4-56F9-47BF-8060-3A27E126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58D5056-F77D-4A55-B8A3-575B1D4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20/28</a:t>
            </a:r>
          </a:p>
        </p:txBody>
      </p:sp>
      <p:sp>
        <p:nvSpPr>
          <p:cNvPr id="7" name="acc-frame">
            <a:extLst xmlns:a="http://schemas.openxmlformats.org/drawingml/2006/main">
              <a:ext uri="{FF2B5EF4-FFF2-40B4-BE49-F238E27FC236}">
                <a16:creationId xmlns:a16="http://schemas.microsoft.com/office/drawing/2014/main" id="{89BDA606-2570-452D-A8A9-6B81D32F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66875"/>
            <a:ext cx="10810875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ccgap-axis">
            <a:extLst xmlns:a="http://schemas.openxmlformats.org/drawingml/2006/main">
              <a:ext uri="{FF2B5EF4-FFF2-40B4-BE49-F238E27FC236}">
                <a16:creationId xmlns:a16="http://schemas.microsoft.com/office/drawing/2014/main" id="{B2757CFF-87DF-402E-98C7-F8563E3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62525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accgap-yaxis">
            <a:extLst xmlns:a="http://schemas.openxmlformats.org/drawingml/2006/main">
              <a:ext uri="{FF2B5EF4-FFF2-40B4-BE49-F238E27FC236}">
                <a16:creationId xmlns:a16="http://schemas.microsoft.com/office/drawing/2014/main" id="{002D9E52-9FE1-4134-8592-2362955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accgap-bar-0-0">
            <a:extLst xmlns:a="http://schemas.openxmlformats.org/drawingml/2006/main">
              <a:ext uri="{FF2B5EF4-FFF2-40B4-BE49-F238E27FC236}">
                <a16:creationId xmlns:a16="http://schemas.microsoft.com/office/drawing/2014/main" id="{891F4BAC-83AA-4862-A582-ABA050E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19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gap-val-0-0">
            <a:extLst xmlns:a="http://schemas.openxmlformats.org/drawingml/2006/main">
              <a:ext uri="{FF2B5EF4-FFF2-40B4-BE49-F238E27FC236}">
                <a16:creationId xmlns:a16="http://schemas.microsoft.com/office/drawing/2014/main" id="{6B9574AF-E571-451E-AAE8-1B1D3576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44.4%</a:t>
            </a:r>
          </a:p>
        </p:txBody>
      </p:sp>
      <p:sp>
        <p:nvSpPr>
          <p:cNvPr id="12" name="accgap-bar-0-1">
            <a:extLst xmlns:a="http://schemas.openxmlformats.org/drawingml/2006/main">
              <a:ext uri="{FF2B5EF4-FFF2-40B4-BE49-F238E27FC236}">
                <a16:creationId xmlns:a16="http://schemas.microsoft.com/office/drawing/2014/main" id="{29188AFD-C7B8-4CF2-9643-6E8A54F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8963"/>
            <a:ext cx="419100" cy="1833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gap-val-0-1">
            <a:extLst xmlns:a="http://schemas.openxmlformats.org/drawingml/2006/main">
              <a:ext uri="{FF2B5EF4-FFF2-40B4-BE49-F238E27FC236}">
                <a16:creationId xmlns:a16="http://schemas.microsoft.com/office/drawing/2014/main" id="{8BFF6971-7B80-4652-8D83-D3EEC4B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38463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77.0%</a:t>
            </a:r>
          </a:p>
        </p:txBody>
      </p:sp>
      <p:sp>
        <p:nvSpPr>
          <p:cNvPr id="14" name="accgap-cat-0">
            <a:extLst xmlns:a="http://schemas.openxmlformats.org/drawingml/2006/main">
              <a:ext uri="{FF2B5EF4-FFF2-40B4-BE49-F238E27FC236}">
                <a16:creationId xmlns:a16="http://schemas.microsoft.com/office/drawing/2014/main" id="{C81473FD-AAC7-4E1D-AF9E-1B53699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v1</a:t>
            </a:r>
          </a:p>
        </p:txBody>
      </p:sp>
      <p:sp>
        <p:nvSpPr>
          <p:cNvPr id="15" name="accgap-bar-1-0">
            <a:extLst xmlns:a="http://schemas.openxmlformats.org/drawingml/2006/main">
              <a:ext uri="{FF2B5EF4-FFF2-40B4-BE49-F238E27FC236}">
                <a16:creationId xmlns:a16="http://schemas.microsoft.com/office/drawing/2014/main" id="{C8814D1F-B507-4BD3-898C-585BE9F6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474244"/>
            <a:ext cx="419100" cy="1488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gap-val-1-0">
            <a:extLst xmlns:a="http://schemas.openxmlformats.org/drawingml/2006/main">
              <a:ext uri="{FF2B5EF4-FFF2-40B4-BE49-F238E27FC236}">
                <a16:creationId xmlns:a16="http://schemas.microsoft.com/office/drawing/2014/main" id="{ED83C641-FB8D-4CBF-87BA-A5C1E4D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328374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62.5%</a:t>
            </a:r>
          </a:p>
        </p:txBody>
      </p:sp>
      <p:sp>
        <p:nvSpPr>
          <p:cNvPr id="17" name="accgap-bar-1-1">
            <a:extLst xmlns:a="http://schemas.openxmlformats.org/drawingml/2006/main">
              <a:ext uri="{FF2B5EF4-FFF2-40B4-BE49-F238E27FC236}">
                <a16:creationId xmlns:a16="http://schemas.microsoft.com/office/drawing/2014/main" id="{282667C7-752F-4134-83C4-3A01ED6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962525"/>
            <a:ext cx="419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gap-val-1-1">
            <a:extLst xmlns:a="http://schemas.openxmlformats.org/drawingml/2006/main">
              <a:ext uri="{FF2B5EF4-FFF2-40B4-BE49-F238E27FC236}">
                <a16:creationId xmlns:a16="http://schemas.microsoft.com/office/drawing/2014/main" id="{BEE0A3D8-7B41-4EAD-8640-42A0FB52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47720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ccgap-cat-1">
            <a:extLst xmlns:a="http://schemas.openxmlformats.org/drawingml/2006/main">
              <a:ext uri="{FF2B5EF4-FFF2-40B4-BE49-F238E27FC236}">
                <a16:creationId xmlns:a16="http://schemas.microsoft.com/office/drawing/2014/main" id="{66CF3D13-66F1-45DD-977F-2A64525D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v2</a:t>
            </a:r>
          </a:p>
        </p:txBody>
      </p:sp>
      <p:sp>
        <p:nvSpPr>
          <p:cNvPr id="20" name="accgap-bar-2-0">
            <a:extLst xmlns:a="http://schemas.openxmlformats.org/drawingml/2006/main">
              <a:ext uri="{FF2B5EF4-FFF2-40B4-BE49-F238E27FC236}">
                <a16:creationId xmlns:a16="http://schemas.microsoft.com/office/drawing/2014/main" id="{825A3E0A-B9F9-4679-8EB5-BEA0BA7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50" y="3150394"/>
            <a:ext cx="419100" cy="181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cgap-val-2-0">
            <a:extLst xmlns:a="http://schemas.openxmlformats.org/drawingml/2006/main">
              <a:ext uri="{FF2B5EF4-FFF2-40B4-BE49-F238E27FC236}">
                <a16:creationId xmlns:a16="http://schemas.microsoft.com/office/drawing/2014/main" id="{61A6F78A-C74A-4C89-AC44-DBF25CA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50" y="29598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22" name="accgap-bar-2-1">
            <a:extLst xmlns:a="http://schemas.openxmlformats.org/drawingml/2006/main">
              <a:ext uri="{FF2B5EF4-FFF2-40B4-BE49-F238E27FC236}">
                <a16:creationId xmlns:a16="http://schemas.microsoft.com/office/drawing/2014/main" id="{BA65EAAB-48E2-4418-A888-258FAE3E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575" y="2745581"/>
            <a:ext cx="41910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cgap-val-2-1">
            <a:extLst xmlns:a="http://schemas.openxmlformats.org/drawingml/2006/main">
              <a:ext uri="{FF2B5EF4-FFF2-40B4-BE49-F238E27FC236}">
                <a16:creationId xmlns:a16="http://schemas.microsoft.com/office/drawing/2014/main" id="{B1CB0A66-6802-491C-8A61-E23E4147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275" y="2555081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4" name="accgap-cat-2">
            <a:extLst xmlns:a="http://schemas.openxmlformats.org/drawingml/2006/main">
              <a:ext uri="{FF2B5EF4-FFF2-40B4-BE49-F238E27FC236}">
                <a16:creationId xmlns:a16="http://schemas.microsoft.com/office/drawing/2014/main" id="{86379DB7-249B-4B5C-8A33-4FDFDA99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25" name="accgap-bar-3-0">
            <a:extLst xmlns:a="http://schemas.openxmlformats.org/drawingml/2006/main">
              <a:ext uri="{FF2B5EF4-FFF2-40B4-BE49-F238E27FC236}">
                <a16:creationId xmlns:a16="http://schemas.microsoft.com/office/drawing/2014/main" id="{2CB9E974-F251-43E0-9409-9EACB70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67075"/>
            <a:ext cx="419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cgap-val-3-0">
            <a:extLst xmlns:a="http://schemas.openxmlformats.org/drawingml/2006/main">
              <a:ext uri="{FF2B5EF4-FFF2-40B4-BE49-F238E27FC236}">
                <a16:creationId xmlns:a16="http://schemas.microsoft.com/office/drawing/2014/main" id="{517D3AF5-3D09-4184-AB9C-D75329EF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27" name="accgap-bar-3-1">
            <a:extLst xmlns:a="http://schemas.openxmlformats.org/drawingml/2006/main">
              <a:ext uri="{FF2B5EF4-FFF2-40B4-BE49-F238E27FC236}">
                <a16:creationId xmlns:a16="http://schemas.microsoft.com/office/drawing/2014/main" id="{0E9F78E9-450E-43F6-8B56-C967D30C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419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gap-val-3-1">
            <a:extLst xmlns:a="http://schemas.openxmlformats.org/drawingml/2006/main">
              <a:ext uri="{FF2B5EF4-FFF2-40B4-BE49-F238E27FC236}">
                <a16:creationId xmlns:a16="http://schemas.microsoft.com/office/drawing/2014/main" id="{CBF7E60D-F55C-4E12-87E1-2022FD0E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45.6%</a:t>
            </a:r>
          </a:p>
        </p:txBody>
      </p:sp>
      <p:sp>
        <p:nvSpPr>
          <p:cNvPr id="29" name="accgap-cat-3">
            <a:extLst xmlns:a="http://schemas.openxmlformats.org/drawingml/2006/main">
              <a:ext uri="{FF2B5EF4-FFF2-40B4-BE49-F238E27FC236}">
                <a16:creationId xmlns:a16="http://schemas.microsoft.com/office/drawing/2014/main" id="{4B8E33BE-80CD-4ACE-B654-FE436EB9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30" name="accgap-bar-4-0">
            <a:extLst xmlns:a="http://schemas.openxmlformats.org/drawingml/2006/main">
              <a:ext uri="{FF2B5EF4-FFF2-40B4-BE49-F238E27FC236}">
                <a16:creationId xmlns:a16="http://schemas.microsoft.com/office/drawing/2014/main" id="{DE6959A0-9E67-4493-B352-A9C9EF14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226594"/>
            <a:ext cx="419100" cy="1735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gap-val-4-0">
            <a:extLst xmlns:a="http://schemas.openxmlformats.org/drawingml/2006/main">
              <a:ext uri="{FF2B5EF4-FFF2-40B4-BE49-F238E27FC236}">
                <a16:creationId xmlns:a16="http://schemas.microsoft.com/office/drawing/2014/main" id="{CBF183FD-AB91-4FC4-BA73-1F4E86B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0360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32" name="accgap-bar-4-1">
            <a:extLst xmlns:a="http://schemas.openxmlformats.org/drawingml/2006/main">
              <a:ext uri="{FF2B5EF4-FFF2-40B4-BE49-F238E27FC236}">
                <a16:creationId xmlns:a16="http://schemas.microsoft.com/office/drawing/2014/main" id="{1AA69C50-1C33-4971-8DD6-C32ABA45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3102769"/>
            <a:ext cx="419100" cy="185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gap-val-4-1">
            <a:extLst xmlns:a="http://schemas.openxmlformats.org/drawingml/2006/main">
              <a:ext uri="{FF2B5EF4-FFF2-40B4-BE49-F238E27FC236}">
                <a16:creationId xmlns:a16="http://schemas.microsoft.com/office/drawing/2014/main" id="{30C1CE99-B2DF-46FE-AEEB-5D6A16B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225" y="2912269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78.1%</a:t>
            </a:r>
          </a:p>
        </p:txBody>
      </p:sp>
      <p:sp>
        <p:nvSpPr>
          <p:cNvPr id="34" name="accgap-cat-4">
            <a:extLst xmlns:a="http://schemas.openxmlformats.org/drawingml/2006/main">
              <a:ext uri="{FF2B5EF4-FFF2-40B4-BE49-F238E27FC236}">
                <a16:creationId xmlns:a16="http://schemas.microsoft.com/office/drawing/2014/main" id="{2A3CC411-153D-468B-BE99-6445ABC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35" name="accgap-bar-5-0">
            <a:extLst xmlns:a="http://schemas.openxmlformats.org/drawingml/2006/main">
              <a:ext uri="{FF2B5EF4-FFF2-40B4-BE49-F238E27FC236}">
                <a16:creationId xmlns:a16="http://schemas.microsoft.com/office/drawing/2014/main" id="{3EBD6F7D-CFAE-4CB0-A530-856DD31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3233738"/>
            <a:ext cx="419100" cy="1728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gap-val-5-0">
            <a:extLst xmlns:a="http://schemas.openxmlformats.org/drawingml/2006/main">
              <a:ext uri="{FF2B5EF4-FFF2-40B4-BE49-F238E27FC236}">
                <a16:creationId xmlns:a16="http://schemas.microsoft.com/office/drawing/2014/main" id="{D3E485C2-1B72-49AD-8BC8-1AF853F8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975" y="3043238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37" name="accgap-bar-5-1">
            <a:extLst xmlns:a="http://schemas.openxmlformats.org/drawingml/2006/main">
              <a:ext uri="{FF2B5EF4-FFF2-40B4-BE49-F238E27FC236}">
                <a16:creationId xmlns:a16="http://schemas.microsoft.com/office/drawing/2014/main" id="{21D2FE49-5C26-4890-BA79-F99652B2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098006"/>
            <a:ext cx="419100" cy="186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gap-val-5-1">
            <a:extLst xmlns:a="http://schemas.openxmlformats.org/drawingml/2006/main">
              <a:ext uri="{FF2B5EF4-FFF2-40B4-BE49-F238E27FC236}">
                <a16:creationId xmlns:a16="http://schemas.microsoft.com/office/drawing/2014/main" id="{95F62965-44F3-49A5-890C-25BF4D01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700" y="29075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78.3%</a:t>
            </a:r>
          </a:p>
        </p:txBody>
      </p:sp>
      <p:sp>
        <p:nvSpPr>
          <p:cNvPr id="39" name="accgap-cat-5">
            <a:extLst xmlns:a="http://schemas.openxmlformats.org/drawingml/2006/main">
              <a:ext uri="{FF2B5EF4-FFF2-40B4-BE49-F238E27FC236}">
                <a16:creationId xmlns:a16="http://schemas.microsoft.com/office/drawing/2014/main" id="{4A012D38-264A-4620-9CCC-43D901F8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15740966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B0A649F-E008-4285-8BB6-FE453C6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EA2574F-283C-4EB2-B477-99E49799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3866669-D6BF-4F21-9755-FF203858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08DC95-7BE8-4B8B-9234-BD625975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The v5 selector closes most of the SBS-to-VBS gap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97EE8CF-7DCB-4116-9E26-4B8EBB73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87B7C1D-AF38-4132-B3EC-71111B8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21/28</a:t>
            </a:r>
          </a:p>
        </p:txBody>
      </p:sp>
      <p:sp>
        <p:nvSpPr>
          <p:cNvPr id="7" name="mainres-frame">
            <a:extLst xmlns:a="http://schemas.openxmlformats.org/drawingml/2006/main">
              <a:ext uri="{FF2B5EF4-FFF2-40B4-BE49-F238E27FC236}">
                <a16:creationId xmlns:a16="http://schemas.microsoft.com/office/drawing/2014/main" id="{2FEDE4A9-3D83-4544-B09A-BCB26CB1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11668125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ainres-axis">
            <a:extLst xmlns:a="http://schemas.openxmlformats.org/drawingml/2006/main">
              <a:ext uri="{FF2B5EF4-FFF2-40B4-BE49-F238E27FC236}">
                <a16:creationId xmlns:a16="http://schemas.microsoft.com/office/drawing/2014/main" id="{85C1F8AD-4072-4296-967E-3436F3A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mainres-yaxis">
            <a:extLst xmlns:a="http://schemas.openxmlformats.org/drawingml/2006/main">
              <a:ext uri="{FF2B5EF4-FFF2-40B4-BE49-F238E27FC236}">
                <a16:creationId xmlns:a16="http://schemas.microsoft.com/office/drawing/2014/main" id="{0AF03DEE-9510-43C9-A5E2-7E26968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mainres-bar-0-0">
            <a:extLst xmlns:a="http://schemas.openxmlformats.org/drawingml/2006/main">
              <a:ext uri="{FF2B5EF4-FFF2-40B4-BE49-F238E27FC236}">
                <a16:creationId xmlns:a16="http://schemas.microsoft.com/office/drawing/2014/main" id="{E1C77897-0CE0-4AD9-A416-697EC611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29448"/>
            <a:ext cx="419100" cy="1585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res-val-0-0">
            <a:extLst xmlns:a="http://schemas.openxmlformats.org/drawingml/2006/main">
              <a:ext uri="{FF2B5EF4-FFF2-40B4-BE49-F238E27FC236}">
                <a16:creationId xmlns:a16="http://schemas.microsoft.com/office/drawing/2014/main" id="{C24C627C-14A4-4737-90C0-313232F4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38948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A06F"/>
                </a:solidFill>
              </a:defRPr>
            </a:pPr>
            <a:r>
              <a:rPr sz="825" b="1">
                <a:solidFill>
                  <a:srgbClr val="2FA06F"/>
                </a:solidFill>
              </a:rPr>
              <a:t>17.20s</a:t>
            </a:r>
          </a:p>
        </p:txBody>
      </p:sp>
      <p:sp>
        <p:nvSpPr>
          <p:cNvPr id="12" name="mainres-cat-0">
            <a:extLst xmlns:a="http://schemas.openxmlformats.org/drawingml/2006/main">
              <a:ext uri="{FF2B5EF4-FFF2-40B4-BE49-F238E27FC236}">
                <a16:creationId xmlns:a16="http://schemas.microsoft.com/office/drawing/2014/main" id="{70A57FC9-0258-4596-8C70-9CEA7DD3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oracle</a:t>
            </a:r>
          </a:p>
        </p:txBody>
      </p:sp>
      <p:sp>
        <p:nvSpPr>
          <p:cNvPr id="13" name="mainres-bar-1-0">
            <a:extLst xmlns:a="http://schemas.openxmlformats.org/drawingml/2006/main">
              <a:ext uri="{FF2B5EF4-FFF2-40B4-BE49-F238E27FC236}">
                <a16:creationId xmlns:a16="http://schemas.microsoft.com/office/drawing/2014/main" id="{720B52AD-F358-4EF0-A90C-3812CC3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304560"/>
            <a:ext cx="419100" cy="1610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inres-val-1-0">
            <a:extLst xmlns:a="http://schemas.openxmlformats.org/drawingml/2006/main">
              <a:ext uri="{FF2B5EF4-FFF2-40B4-BE49-F238E27FC236}">
                <a16:creationId xmlns:a16="http://schemas.microsoft.com/office/drawing/2014/main" id="{1683E8B4-F31B-4D73-AEE0-63EB5867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11406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A06F"/>
                </a:solidFill>
              </a:defRPr>
            </a:pPr>
            <a:r>
              <a:rPr sz="825" b="1">
                <a:solidFill>
                  <a:srgbClr val="2FA06F"/>
                </a:solidFill>
              </a:rPr>
              <a:t>17.47s</a:t>
            </a:r>
          </a:p>
        </p:txBody>
      </p:sp>
      <p:sp>
        <p:nvSpPr>
          <p:cNvPr id="15" name="mainres-cat-1">
            <a:extLst xmlns:a="http://schemas.openxmlformats.org/drawingml/2006/main">
              <a:ext uri="{FF2B5EF4-FFF2-40B4-BE49-F238E27FC236}">
                <a16:creationId xmlns:a16="http://schemas.microsoft.com/office/drawing/2014/main" id="{8E5894C7-871E-46FC-BA73-78702126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Model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selector</a:t>
            </a:r>
          </a:p>
        </p:txBody>
      </p:sp>
      <p:sp>
        <p:nvSpPr>
          <p:cNvPr id="16" name="mainres-bar-2-0">
            <a:extLst xmlns:a="http://schemas.openxmlformats.org/drawingml/2006/main">
              <a:ext uri="{FF2B5EF4-FFF2-40B4-BE49-F238E27FC236}">
                <a16:creationId xmlns:a16="http://schemas.microsoft.com/office/drawing/2014/main" id="{FE3CE6A9-DAE6-4DEB-BE39-3A62861E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954286"/>
            <a:ext cx="419100" cy="19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inres-val-2-0">
            <a:extLst xmlns:a="http://schemas.openxmlformats.org/drawingml/2006/main">
              <a:ext uri="{FF2B5EF4-FFF2-40B4-BE49-F238E27FC236}">
                <a16:creationId xmlns:a16="http://schemas.microsoft.com/office/drawing/2014/main" id="{AA69AA24-2175-4E0C-94CC-CE989BD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276378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A06F"/>
                </a:solidFill>
              </a:defRPr>
            </a:pPr>
            <a:r>
              <a:rPr sz="825" b="1">
                <a:solidFill>
                  <a:srgbClr val="2FA06F"/>
                </a:solidFill>
              </a:rPr>
              <a:t>21.27s</a:t>
            </a:r>
          </a:p>
        </p:txBody>
      </p:sp>
      <p:sp>
        <p:nvSpPr>
          <p:cNvPr id="18" name="mainres-cat-2">
            <a:extLst xmlns:a="http://schemas.openxmlformats.org/drawingml/2006/main">
              <a:ext uri="{FF2B5EF4-FFF2-40B4-BE49-F238E27FC236}">
                <a16:creationId xmlns:a16="http://schemas.microsoft.com/office/drawing/2014/main" id="{6180453A-F5F5-409E-9406-BED29EF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9" name="metric-93.1%-1035">
            <a:extLst xmlns:a="http://schemas.openxmlformats.org/drawingml/2006/main">
              <a:ext uri="{FF2B5EF4-FFF2-40B4-BE49-F238E27FC236}">
                <a16:creationId xmlns:a16="http://schemas.microsoft.com/office/drawing/2014/main" id="{8FA64F0B-C9E9-47F5-89F1-831F623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0" name="metric-label-93.1%-1035">
            <a:extLst xmlns:a="http://schemas.openxmlformats.org/drawingml/2006/main">
              <a:ext uri="{FF2B5EF4-FFF2-40B4-BE49-F238E27FC236}">
                <a16:creationId xmlns:a16="http://schemas.microsoft.com/office/drawing/2014/main" id="{3B1AA1BD-9CA8-489C-A3B3-4E07A7A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17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SBS-to-VBS gap closed</a:t>
            </a:r>
          </a:p>
        </p:txBody>
      </p:sp>
      <p:sp>
        <p:nvSpPr>
          <p:cNvPr id="21" name="metric-89.6%-1035">
            <a:extLst xmlns:a="http://schemas.openxmlformats.org/drawingml/2006/main">
              <a:ext uri="{FF2B5EF4-FFF2-40B4-BE49-F238E27FC236}">
                <a16:creationId xmlns:a16="http://schemas.microsoft.com/office/drawing/2014/main" id="{BB4C237A-A216-4813-B450-D5048285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A06F"/>
                </a:solidFill>
              </a:defRPr>
            </a:pPr>
            <a:r>
              <a:rPr sz="3150" b="1">
                <a:solidFill>
                  <a:srgbClr val="2FA06F"/>
                </a:solidFill>
              </a:rPr>
              <a:t>89.6%</a:t>
            </a:r>
          </a:p>
        </p:txBody>
      </p:sp>
      <p:sp>
        <p:nvSpPr>
          <p:cNvPr id="22" name="metric-label-89.6%-1035">
            <a:extLst xmlns:a="http://schemas.openxmlformats.org/drawingml/2006/main">
              <a:ext uri="{FF2B5EF4-FFF2-40B4-BE49-F238E27FC236}">
                <a16:creationId xmlns:a16="http://schemas.microsoft.com/office/drawing/2014/main" id="{7E98FEB3-E21E-4E42-9AD9-9C635CF5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52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9655137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7909CAB-6EC3-4683-B26C-5EF6E5B7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87E8616-7F1B-44B8-A7C2-0795A28A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F27A46E-0B4A-4518-B70F-1B0B21E3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0D027A-5B46-4391-833A-DB7DA47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052BA9-E4D1-46F2-85A3-BAA420BE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2B644A0-D115-470E-BEBF-55D8C2BD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22/28</a:t>
            </a:r>
          </a:p>
        </p:txBody>
      </p:sp>
      <p:sp>
        <p:nvSpPr>
          <p:cNvPr id="7" name="hm-top-0">
            <a:extLst xmlns:a="http://schemas.openxmlformats.org/drawingml/2006/main">
              <a:ext uri="{FF2B5EF4-FFF2-40B4-BE49-F238E27FC236}">
                <a16:creationId xmlns:a16="http://schemas.microsoft.com/office/drawing/2014/main" id="{F3E11C4A-96F0-4CEC-AE7B-1621049F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8" name="hm-left-0">
            <a:extLst xmlns:a="http://schemas.openxmlformats.org/drawingml/2006/main">
              <a:ext uri="{FF2B5EF4-FFF2-40B4-BE49-F238E27FC236}">
                <a16:creationId xmlns:a16="http://schemas.microsoft.com/office/drawing/2014/main" id="{C3C0BB5D-6A03-462C-96B0-9C1EACF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9" name="hm-top-1">
            <a:extLst xmlns:a="http://schemas.openxmlformats.org/drawingml/2006/main">
              <a:ext uri="{FF2B5EF4-FFF2-40B4-BE49-F238E27FC236}">
                <a16:creationId xmlns:a16="http://schemas.microsoft.com/office/drawing/2014/main" id="{F1FE1E6E-8563-4A77-8837-41A5183B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0" name="hm-left-1">
            <a:extLst xmlns:a="http://schemas.openxmlformats.org/drawingml/2006/main">
              <a:ext uri="{FF2B5EF4-FFF2-40B4-BE49-F238E27FC236}">
                <a16:creationId xmlns:a16="http://schemas.microsoft.com/office/drawing/2014/main" id="{124777A2-D469-4E96-B670-1C42DCCA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1" name="hm-top-2">
            <a:extLst xmlns:a="http://schemas.openxmlformats.org/drawingml/2006/main">
              <a:ext uri="{FF2B5EF4-FFF2-40B4-BE49-F238E27FC236}">
                <a16:creationId xmlns:a16="http://schemas.microsoft.com/office/drawing/2014/main" id="{02D24183-29D5-4C4E-AD1E-2FBBB5E0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2" name="hm-left-2">
            <a:extLst xmlns:a="http://schemas.openxmlformats.org/drawingml/2006/main">
              <a:ext uri="{FF2B5EF4-FFF2-40B4-BE49-F238E27FC236}">
                <a16:creationId xmlns:a16="http://schemas.microsoft.com/office/drawing/2014/main" id="{18BF77F4-7A4C-4413-9976-522B324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3" name="hm-0-0">
            <a:extLst xmlns:a="http://schemas.openxmlformats.org/drawingml/2006/main">
              <a:ext uri="{FF2B5EF4-FFF2-40B4-BE49-F238E27FC236}">
                <a16:creationId xmlns:a16="http://schemas.microsoft.com/office/drawing/2014/main" id="{3A6B8AC6-9CAB-49EE-AA98-D59F4136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hm-val-0-0">
            <a:extLst xmlns:a="http://schemas.openxmlformats.org/drawingml/2006/main">
              <a:ext uri="{FF2B5EF4-FFF2-40B4-BE49-F238E27FC236}">
                <a16:creationId xmlns:a16="http://schemas.microsoft.com/office/drawing/2014/main" id="{69F456B9-F511-4559-BBC1-F49E9E5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2350</a:t>
            </a:r>
          </a:p>
        </p:txBody>
      </p:sp>
      <p:sp>
        <p:nvSpPr>
          <p:cNvPr id="15" name="hm-0-1">
            <a:extLst xmlns:a="http://schemas.openxmlformats.org/drawingml/2006/main">
              <a:ext uri="{FF2B5EF4-FFF2-40B4-BE49-F238E27FC236}">
                <a16:creationId xmlns:a16="http://schemas.microsoft.com/office/drawing/2014/main" id="{8887C7AB-BDE9-4E4A-93AA-F813EC1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hm-val-0-1">
            <a:extLst xmlns:a="http://schemas.openxmlformats.org/drawingml/2006/main">
              <a:ext uri="{FF2B5EF4-FFF2-40B4-BE49-F238E27FC236}">
                <a16:creationId xmlns:a16="http://schemas.microsoft.com/office/drawing/2014/main" id="{221B7D28-4393-4996-AC1F-76DBE89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1977</a:t>
            </a:r>
          </a:p>
        </p:txBody>
      </p:sp>
      <p:sp>
        <p:nvSpPr>
          <p:cNvPr id="17" name="hm-0-2">
            <a:extLst xmlns:a="http://schemas.openxmlformats.org/drawingml/2006/main">
              <a:ext uri="{FF2B5EF4-FFF2-40B4-BE49-F238E27FC236}">
                <a16:creationId xmlns:a16="http://schemas.microsoft.com/office/drawing/2014/main" id="{0C37BDEE-D2FC-4EB3-B278-6602F60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hm-val-0-2">
            <a:extLst xmlns:a="http://schemas.openxmlformats.org/drawingml/2006/main">
              <a:ext uri="{FF2B5EF4-FFF2-40B4-BE49-F238E27FC236}">
                <a16:creationId xmlns:a16="http://schemas.microsoft.com/office/drawing/2014/main" id="{56676E54-CB7D-462C-8C86-F5EC576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19" name="hm-1-0">
            <a:extLst xmlns:a="http://schemas.openxmlformats.org/drawingml/2006/main">
              <a:ext uri="{FF2B5EF4-FFF2-40B4-BE49-F238E27FC236}">
                <a16:creationId xmlns:a16="http://schemas.microsoft.com/office/drawing/2014/main" id="{4C0BD06B-98B5-47F9-BC78-D0FAAB8D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hm-val-1-0">
            <a:extLst xmlns:a="http://schemas.openxmlformats.org/drawingml/2006/main">
              <a:ext uri="{FF2B5EF4-FFF2-40B4-BE49-F238E27FC236}">
                <a16:creationId xmlns:a16="http://schemas.microsoft.com/office/drawing/2014/main" id="{42EE53AF-D3DF-42F7-8F6B-F56D91F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3805</a:t>
            </a:r>
          </a:p>
        </p:txBody>
      </p:sp>
      <p:sp>
        <p:nvSpPr>
          <p:cNvPr id="21" name="hm-1-1">
            <a:extLst xmlns:a="http://schemas.openxmlformats.org/drawingml/2006/main">
              <a:ext uri="{FF2B5EF4-FFF2-40B4-BE49-F238E27FC236}">
                <a16:creationId xmlns:a16="http://schemas.microsoft.com/office/drawing/2014/main" id="{D9A8CB28-A043-4CC7-A231-D0FE46D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hm-val-1-1">
            <a:extLst xmlns:a="http://schemas.openxmlformats.org/drawingml/2006/main">
              <a:ext uri="{FF2B5EF4-FFF2-40B4-BE49-F238E27FC236}">
                <a16:creationId xmlns:a16="http://schemas.microsoft.com/office/drawing/2014/main" id="{C6C59B9A-8FEB-4725-9597-8320DC02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7307</a:t>
            </a:r>
          </a:p>
        </p:txBody>
      </p:sp>
      <p:sp>
        <p:nvSpPr>
          <p:cNvPr id="23" name="hm-1-2">
            <a:extLst xmlns:a="http://schemas.openxmlformats.org/drawingml/2006/main">
              <a:ext uri="{FF2B5EF4-FFF2-40B4-BE49-F238E27FC236}">
                <a16:creationId xmlns:a16="http://schemas.microsoft.com/office/drawing/2014/main" id="{041F954B-8B06-4579-8764-98D5173E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hm-val-1-2">
            <a:extLst xmlns:a="http://schemas.openxmlformats.org/drawingml/2006/main">
              <a:ext uri="{FF2B5EF4-FFF2-40B4-BE49-F238E27FC236}">
                <a16:creationId xmlns:a16="http://schemas.microsoft.com/office/drawing/2014/main" id="{4A843A28-BBAE-4A66-B086-F183D3E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345</a:t>
            </a:r>
          </a:p>
        </p:txBody>
      </p:sp>
      <p:sp>
        <p:nvSpPr>
          <p:cNvPr id="25" name="hm-2-0">
            <a:extLst xmlns:a="http://schemas.openxmlformats.org/drawingml/2006/main">
              <a:ext uri="{FF2B5EF4-FFF2-40B4-BE49-F238E27FC236}">
                <a16:creationId xmlns:a16="http://schemas.microsoft.com/office/drawing/2014/main" id="{2C45493B-A0BD-4BE9-9631-F8F7C771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hm-val-2-0">
            <a:extLst xmlns:a="http://schemas.openxmlformats.org/drawingml/2006/main">
              <a:ext uri="{FF2B5EF4-FFF2-40B4-BE49-F238E27FC236}">
                <a16:creationId xmlns:a16="http://schemas.microsoft.com/office/drawing/2014/main" id="{2FD48FFD-1BBA-4772-AC04-AACBC5D0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27" name="hm-2-1">
            <a:extLst xmlns:a="http://schemas.openxmlformats.org/drawingml/2006/main">
              <a:ext uri="{FF2B5EF4-FFF2-40B4-BE49-F238E27FC236}">
                <a16:creationId xmlns:a16="http://schemas.microsoft.com/office/drawing/2014/main" id="{CF33DBDC-A836-4760-B2B5-1D09F95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hm-val-2-1">
            <a:extLst xmlns:a="http://schemas.openxmlformats.org/drawingml/2006/main">
              <a:ext uri="{FF2B5EF4-FFF2-40B4-BE49-F238E27FC236}">
                <a16:creationId xmlns:a16="http://schemas.microsoft.com/office/drawing/2014/main" id="{6416396E-BE1A-46B4-B118-4A750158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565</a:t>
            </a:r>
          </a:p>
        </p:txBody>
      </p:sp>
      <p:sp>
        <p:nvSpPr>
          <p:cNvPr id="29" name="hm-2-2">
            <a:extLst xmlns:a="http://schemas.openxmlformats.org/drawingml/2006/main">
              <a:ext uri="{FF2B5EF4-FFF2-40B4-BE49-F238E27FC236}">
                <a16:creationId xmlns:a16="http://schemas.microsoft.com/office/drawing/2014/main" id="{CDC35833-89FB-40EC-9616-4B7BC7C9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hm-val-2-2">
            <a:extLst xmlns:a="http://schemas.openxmlformats.org/drawingml/2006/main">
              <a:ext uri="{FF2B5EF4-FFF2-40B4-BE49-F238E27FC236}">
                <a16:creationId xmlns:a16="http://schemas.microsoft.com/office/drawing/2014/main" id="{BCEF90F3-3D28-4096-96C7-9B7DD1BA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12781</a:t>
            </a:r>
          </a:p>
        </p:txBody>
      </p:sp>
      <p:sp>
        <p:nvSpPr>
          <p:cNvPr id="31" name="metric-94.5%-1010">
            <a:extLst xmlns:a="http://schemas.openxmlformats.org/drawingml/2006/main">
              <a:ext uri="{FF2B5EF4-FFF2-40B4-BE49-F238E27FC236}">
                <a16:creationId xmlns:a16="http://schemas.microsoft.com/office/drawing/2014/main" id="{768F5F6F-88FA-4854-81D0-061ACF74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4765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52A"/>
                </a:solidFill>
              </a:defRPr>
            </a:pPr>
            <a:r>
              <a:rPr sz="3150" b="1">
                <a:solidFill>
                  <a:srgbClr val="B9152A"/>
                </a:solidFill>
              </a:rPr>
              <a:t>94.5%</a:t>
            </a:r>
          </a:p>
        </p:txBody>
      </p:sp>
      <p:sp>
        <p:nvSpPr>
          <p:cNvPr id="32" name="metric-label-94.5%-1010">
            <a:extLst xmlns:a="http://schemas.openxmlformats.org/drawingml/2006/main">
              <a:ext uri="{FF2B5EF4-FFF2-40B4-BE49-F238E27FC236}">
                <a16:creationId xmlns:a16="http://schemas.microsoft.com/office/drawing/2014/main" id="{5906C9E3-3609-4926-AE08-503227F8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652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Timsort recall</a:t>
            </a:r>
          </a:p>
        </p:txBody>
      </p:sp>
      <p:sp>
        <p:nvSpPr>
          <p:cNvPr id="33" name="conf-note">
            <a:extLst xmlns:a="http://schemas.openxmlformats.org/drawingml/2006/main">
              <a:ext uri="{FF2B5EF4-FFF2-40B4-BE49-F238E27FC236}">
                <a16:creationId xmlns:a16="http://schemas.microsoft.com/office/drawing/2014/main" id="{0F018208-81A5-4843-8C88-2AB74288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3333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conf-note-title">
            <a:extLst xmlns:a="http://schemas.openxmlformats.org/drawingml/2006/main">
              <a:ext uri="{FF2B5EF4-FFF2-40B4-BE49-F238E27FC236}">
                <a16:creationId xmlns:a16="http://schemas.microsoft.com/office/drawing/2014/main" id="{A8DA1BEE-55A1-49D5-9059-6E0A5340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Interpretation</a:t>
            </a:r>
          </a:p>
        </p:txBody>
      </p:sp>
      <p:sp>
        <p:nvSpPr>
          <p:cNvPr id="35" name="conf-note-body">
            <a:extLst xmlns:a="http://schemas.openxmlformats.org/drawingml/2006/main">
              <a:ext uri="{FF2B5EF4-FFF2-40B4-BE49-F238E27FC236}">
                <a16:creationId xmlns:a16="http://schemas.microsoft.com/office/drawing/2014/main" id="{B8DD80DF-9748-425B-8FFF-0C1BA4D4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43375"/>
            <a:ext cx="2990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Timsort is separable when runs/order are visible.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 xmlns:a="http://schemas.openxmlformats.org/drawingml/2006/main">
              <a:ext uri="{FF2B5EF4-FFF2-40B4-BE49-F238E27FC236}">
                <a16:creationId xmlns:a16="http://schemas.microsoft.com/office/drawing/2014/main" id="{205E207E-7399-41D2-9ECC-B70A3970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932737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0364B1E-1131-4C92-BA37-2F985A4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C1D6E11-1DF4-48E8-8079-C7AADBF1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F689998-72A7-4536-97DC-7218E555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F76F7E-4922-4ECB-9C06-BA46CD7B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F1 routing was treated as a separate specialization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2C1EA4-AAFD-4F4F-8218-793D2908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D71EA8D-E975-4380-8F21-50FBC17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23/28</a:t>
            </a:r>
          </a:p>
        </p:txBody>
      </p:sp>
      <p:sp>
        <p:nvSpPr>
          <p:cNvPr id="7" name="f1-fig">
            <a:extLst xmlns:a="http://schemas.openxmlformats.org/drawingml/2006/main">
              <a:ext uri="{FF2B5EF4-FFF2-40B4-BE49-F238E27FC236}">
                <a16:creationId xmlns:a16="http://schemas.microsoft.com/office/drawing/2014/main" id="{409736B1-2B35-46B6-99EF-D378C08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5725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1-raw">
            <a:extLst xmlns:a="http://schemas.openxmlformats.org/drawingml/2006/main">
              <a:ext uri="{FF2B5EF4-FFF2-40B4-BE49-F238E27FC236}">
                <a16:creationId xmlns:a16="http://schemas.microsoft.com/office/drawing/2014/main" id="{BD00D357-ACB0-4188-8A15-C3E1947C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114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f1-raw-title">
            <a:extLst xmlns:a="http://schemas.openxmlformats.org/drawingml/2006/main">
              <a:ext uri="{FF2B5EF4-FFF2-40B4-BE49-F238E27FC236}">
                <a16:creationId xmlns:a16="http://schemas.microsoft.com/office/drawing/2014/main" id="{6C2DA688-788D-4F22-A4C7-7CD522C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F1 arrays</a:t>
            </a:r>
          </a:p>
        </p:txBody>
      </p:sp>
      <p:sp>
        <p:nvSpPr>
          <p:cNvPr id="10" name="f1-router">
            <a:extLst xmlns:a="http://schemas.openxmlformats.org/drawingml/2006/main">
              <a:ext uri="{FF2B5EF4-FFF2-40B4-BE49-F238E27FC236}">
                <a16:creationId xmlns:a16="http://schemas.microsoft.com/office/drawing/2014/main" id="{CB938C7E-83C9-4EFC-8F7D-E1C9598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428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1-router-title">
            <a:extLst xmlns:a="http://schemas.openxmlformats.org/drawingml/2006/main">
              <a:ext uri="{FF2B5EF4-FFF2-40B4-BE49-F238E27FC236}">
                <a16:creationId xmlns:a16="http://schemas.microsoft.com/office/drawing/2014/main" id="{52423473-2F73-445F-9E5D-3A61714D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channel</a:t>
            </a:r>
          </a:p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router</a:t>
            </a:r>
          </a:p>
        </p:txBody>
      </p:sp>
      <p:sp>
        <p:nvSpPr>
          <p:cNvPr id="12" name="f1-ch-0">
            <a:extLst xmlns:a="http://schemas.openxmlformats.org/drawingml/2006/main">
              <a:ext uri="{FF2B5EF4-FFF2-40B4-BE49-F238E27FC236}">
                <a16:creationId xmlns:a16="http://schemas.microsoft.com/office/drawing/2014/main" id="{09B6C1DF-E261-4439-8E8B-C5A93034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1-ch-0-title">
            <a:extLst xmlns:a="http://schemas.openxmlformats.org/drawingml/2006/main">
              <a:ext uri="{FF2B5EF4-FFF2-40B4-BE49-F238E27FC236}">
                <a16:creationId xmlns:a16="http://schemas.microsoft.com/office/drawing/2014/main" id="{1D96AFBC-1C57-44DA-96DF-BC7294FB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4" name="f1-ch-1">
            <a:extLst xmlns:a="http://schemas.openxmlformats.org/drawingml/2006/main">
              <a:ext uri="{FF2B5EF4-FFF2-40B4-BE49-F238E27FC236}">
                <a16:creationId xmlns:a16="http://schemas.microsoft.com/office/drawing/2014/main" id="{77F97C17-48E6-47EB-AB2C-BF068064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1-ch-1-title">
            <a:extLst xmlns:a="http://schemas.openxmlformats.org/drawingml/2006/main">
              <a:ext uri="{FF2B5EF4-FFF2-40B4-BE49-F238E27FC236}">
                <a16:creationId xmlns:a16="http://schemas.microsoft.com/office/drawing/2014/main" id="{AD23D35D-7BA1-4150-AFFE-F24AF6D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RPM</a:t>
            </a:r>
          </a:p>
        </p:txBody>
      </p:sp>
      <p:sp>
        <p:nvSpPr>
          <p:cNvPr id="16" name="f1-ch-2">
            <a:extLst xmlns:a="http://schemas.openxmlformats.org/drawingml/2006/main">
              <a:ext uri="{FF2B5EF4-FFF2-40B4-BE49-F238E27FC236}">
                <a16:creationId xmlns:a16="http://schemas.microsoft.com/office/drawing/2014/main" id="{EE71674D-B2A5-46FD-A038-66B3A8A8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1-ch-2-title">
            <a:extLst xmlns:a="http://schemas.openxmlformats.org/drawingml/2006/main">
              <a:ext uri="{FF2B5EF4-FFF2-40B4-BE49-F238E27FC236}">
                <a16:creationId xmlns:a16="http://schemas.microsoft.com/office/drawing/2014/main" id="{9D66ACDE-2E36-46F0-A4E3-12E085C2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DRS</a:t>
            </a:r>
          </a:p>
        </p:txBody>
      </p:sp>
      <p:sp>
        <p:nvSpPr>
          <p:cNvPr id="18" name="f1-ch-3">
            <a:extLst xmlns:a="http://schemas.openxmlformats.org/drawingml/2006/main">
              <a:ext uri="{FF2B5EF4-FFF2-40B4-BE49-F238E27FC236}">
                <a16:creationId xmlns:a16="http://schemas.microsoft.com/office/drawing/2014/main" id="{BE6A8561-9BAA-487F-B1A3-FFCB749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576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1-ch-3-title">
            <a:extLst xmlns:a="http://schemas.openxmlformats.org/drawingml/2006/main">
              <a:ext uri="{FF2B5EF4-FFF2-40B4-BE49-F238E27FC236}">
                <a16:creationId xmlns:a16="http://schemas.microsoft.com/office/drawing/2014/main" id="{CD2B3476-DF2B-4336-83B4-47C403D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Throttle</a:t>
            </a:r>
          </a:p>
        </p:txBody>
      </p:sp>
      <p:sp>
        <p:nvSpPr>
          <p:cNvPr id="20" name="f1-model">
            <a:extLst xmlns:a="http://schemas.openxmlformats.org/drawingml/2006/main">
              <a:ext uri="{FF2B5EF4-FFF2-40B4-BE49-F238E27FC236}">
                <a16:creationId xmlns:a16="http://schemas.microsoft.com/office/drawing/2014/main" id="{CA5E4AB7-DEE3-4331-8227-DF77855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000125" cy="114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1-model-title">
            <a:extLst xmlns:a="http://schemas.openxmlformats.org/drawingml/2006/main">
              <a:ext uri="{FF2B5EF4-FFF2-40B4-BE49-F238E27FC236}">
                <a16:creationId xmlns:a16="http://schemas.microsoft.com/office/drawing/2014/main" id="{A310F128-C1F7-46C5-AC3B-A0F8601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1465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per channel</a:t>
            </a:r>
          </a:p>
        </p:txBody>
      </p:sp>
      <p:sp>
        <p:nvSpPr>
          <p:cNvPr id="22" name="f1-a1-from">
            <a:extLst xmlns:a="http://schemas.openxmlformats.org/drawingml/2006/main">
              <a:ext uri="{FF2B5EF4-FFF2-40B4-BE49-F238E27FC236}">
                <a16:creationId xmlns:a16="http://schemas.microsoft.com/office/drawing/2014/main" id="{77F57C37-2AF6-4F45-8DD4-C4D597BB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1-a1-to">
            <a:extLst xmlns:a="http://schemas.openxmlformats.org/drawingml/2006/main">
              <a:ext uri="{FF2B5EF4-FFF2-40B4-BE49-F238E27FC236}">
                <a16:creationId xmlns:a16="http://schemas.microsoft.com/office/drawing/2014/main" id="{78726715-26AA-4547-80DB-8BD285D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f1-a1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670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 xmlns:a="http://schemas.openxmlformats.org/drawingml/2006/main">
              <a:ext uri="{FF2B5EF4-FFF2-40B4-BE49-F238E27FC236}">
                <a16:creationId xmlns:a16="http://schemas.microsoft.com/office/drawing/2014/main" id="{7818EE53-3E45-4B3C-B6B9-2AB6A019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1-a2-to">
            <a:extLst xmlns:a="http://schemas.openxmlformats.org/drawingml/2006/main">
              <a:ext uri="{FF2B5EF4-FFF2-40B4-BE49-F238E27FC236}">
                <a16:creationId xmlns:a16="http://schemas.microsoft.com/office/drawing/2014/main" id="{0CFB977D-09CF-4D63-B57A-D8C31686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f1-a2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257800" y="33432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 xmlns:a="http://schemas.openxmlformats.org/drawingml/2006/main">
              <a:ext uri="{FF2B5EF4-FFF2-40B4-BE49-F238E27FC236}">
                <a16:creationId xmlns:a16="http://schemas.microsoft.com/office/drawing/2014/main" id="{0417004B-B785-448D-A9FA-1CAB3D21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1-a3-to">
            <a:extLst xmlns:a="http://schemas.openxmlformats.org/drawingml/2006/main">
              <a:ext uri="{FF2B5EF4-FFF2-40B4-BE49-F238E27FC236}">
                <a16:creationId xmlns:a16="http://schemas.microsoft.com/office/drawing/2014/main" id="{E7D28234-774E-4234-85D9-B22DDB19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f1-a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686675" y="3343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 xmlns:a="http://schemas.openxmlformats.org/drawingml/2006/main">
              <a:ext uri="{FF2B5EF4-FFF2-40B4-BE49-F238E27FC236}">
                <a16:creationId xmlns:a16="http://schemas.microsoft.com/office/drawing/2014/main" id="{7AF4A24E-CB14-40F1-8436-E3EA0CB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f1-main-title">
            <a:extLst xmlns:a="http://schemas.openxmlformats.org/drawingml/2006/main">
              <a:ext uri="{FF2B5EF4-FFF2-40B4-BE49-F238E27FC236}">
                <a16:creationId xmlns:a16="http://schemas.microsoft.com/office/drawing/2014/main" id="{044AE7EE-7805-4AE4-8170-8EE02E42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33" name="f1-main-body">
            <a:extLst xmlns:a="http://schemas.openxmlformats.org/drawingml/2006/main">
              <a:ext uri="{FF2B5EF4-FFF2-40B4-BE49-F238E27FC236}">
                <a16:creationId xmlns:a16="http://schemas.microsoft.com/office/drawing/2014/main" id="{0064C270-F4F8-4E00-9E8D-00748DE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v5 general selector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34" name="f1-spec">
            <a:extLst xmlns:a="http://schemas.openxmlformats.org/drawingml/2006/main">
              <a:ext uri="{FF2B5EF4-FFF2-40B4-BE49-F238E27FC236}">
                <a16:creationId xmlns:a16="http://schemas.microsoft.com/office/drawing/2014/main" id="{88E3D8A9-EAE2-480B-85D8-DB3CF09A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2857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f1-spec-title">
            <a:extLst xmlns:a="http://schemas.openxmlformats.org/drawingml/2006/main">
              <a:ext uri="{FF2B5EF4-FFF2-40B4-BE49-F238E27FC236}">
                <a16:creationId xmlns:a16="http://schemas.microsoft.com/office/drawing/2014/main" id="{0E69027B-382A-4A2F-9FDA-816EE9B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F1 specialization</a:t>
            </a:r>
          </a:p>
        </p:txBody>
      </p:sp>
      <p:sp>
        <p:nvSpPr>
          <p:cNvPr id="36" name="f1-spec-body">
            <a:extLst xmlns:a="http://schemas.openxmlformats.org/drawingml/2006/main">
              <a:ext uri="{FF2B5EF4-FFF2-40B4-BE49-F238E27FC236}">
                <a16:creationId xmlns:a16="http://schemas.microsoft.com/office/drawing/2014/main" id="{47C9CB10-E9F0-4E58-85DF-1BCFECCE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channel flag routes F1 arrays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to specialized channel models</a:t>
            </a:r>
          </a:p>
        </p:txBody>
      </p:sp>
      <p:sp>
        <p:nvSpPr>
          <p:cNvPr id="37" name="f1-bound">
            <a:extLst xmlns:a="http://schemas.openxmlformats.org/drawingml/2006/main">
              <a:ext uri="{FF2B5EF4-FFF2-40B4-BE49-F238E27FC236}">
                <a16:creationId xmlns:a16="http://schemas.microsoft.com/office/drawing/2014/main" id="{99D077AD-600C-4448-B9B2-E9820FD0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f1-bound-title">
            <a:extLst xmlns:a="http://schemas.openxmlformats.org/drawingml/2006/main">
              <a:ext uri="{FF2B5EF4-FFF2-40B4-BE49-F238E27FC236}">
                <a16:creationId xmlns:a16="http://schemas.microsoft.com/office/drawing/2014/main" id="{5F0F1F23-9754-487A-8123-DC803B78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Claim boundary</a:t>
            </a:r>
          </a:p>
        </p:txBody>
      </p:sp>
      <p:sp>
        <p:nvSpPr>
          <p:cNvPr id="39" name="f1-bound-body">
            <a:extLst xmlns:a="http://schemas.openxmlformats.org/drawingml/2006/main">
              <a:ext uri="{FF2B5EF4-FFF2-40B4-BE49-F238E27FC236}">
                <a16:creationId xmlns:a16="http://schemas.microsoft.com/office/drawing/2014/main" id="{B0E0ACEF-409E-4731-BE84-CD2B7139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This does not replace v5.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8962759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5FC8A8C4-A976-47E0-B8AD-00434806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E1FC719-1C10-4EDD-A676-76A0655D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C654CF8-4C44-4C2B-9486-76326AC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0E70A4-97B7-417F-9692-8B478251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2458A2A-0F35-4176-A509-381426C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276A0E6-E1B8-40E8-B54F-F8806E24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24/28</a:t>
            </a:r>
          </a:p>
        </p:txBody>
      </p:sp>
      <p:sp>
        <p:nvSpPr>
          <p:cNvPr id="7" name="searched">
            <a:extLst xmlns:a="http://schemas.openxmlformats.org/drawingml/2006/main">
              <a:ext uri="{FF2B5EF4-FFF2-40B4-BE49-F238E27FC236}">
                <a16:creationId xmlns:a16="http://schemas.microsoft.com/office/drawing/2014/main" id="{522AD372-E78D-4F73-ADF5-72A4F60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09700"/>
            <a:ext cx="1176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 xmlns:a="http://schemas.openxmlformats.org/drawingml/2006/main">
              <a:ext uri="{FF2B5EF4-FFF2-40B4-BE49-F238E27FC236}">
                <a16:creationId xmlns:a16="http://schemas.microsoft.com/office/drawing/2014/main" id="{F3FF0593-612F-4BAF-85E2-8C666967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1185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9" name="op-h-0">
            <a:extLst xmlns:a="http://schemas.openxmlformats.org/drawingml/2006/main">
              <a:ext uri="{FF2B5EF4-FFF2-40B4-BE49-F238E27FC236}">
                <a16:creationId xmlns:a16="http://schemas.microsoft.com/office/drawing/2014/main" id="{0F3E938D-AC33-477B-BCCA-4B2FDFC3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10" name="op-h-1">
            <a:extLst xmlns:a="http://schemas.openxmlformats.org/drawingml/2006/main">
              <a:ext uri="{FF2B5EF4-FFF2-40B4-BE49-F238E27FC236}">
                <a16:creationId xmlns:a16="http://schemas.microsoft.com/office/drawing/2014/main" id="{3AA23619-81DC-4197-A4F1-33867469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1" name="op-h-2">
            <a:extLst xmlns:a="http://schemas.openxmlformats.org/drawingml/2006/main">
              <a:ext uri="{FF2B5EF4-FFF2-40B4-BE49-F238E27FC236}">
                <a16:creationId xmlns:a16="http://schemas.microsoft.com/office/drawing/2014/main" id="{C09311DE-5D76-406D-8E24-CDA32E9D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2" name="op-h-3">
            <a:extLst xmlns:a="http://schemas.openxmlformats.org/drawingml/2006/main">
              <a:ext uri="{FF2B5EF4-FFF2-40B4-BE49-F238E27FC236}">
                <a16:creationId xmlns:a16="http://schemas.microsoft.com/office/drawing/2014/main" id="{9783EF98-3879-487D-AD92-E29B4A7B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3" name="op-head">
            <a:extLst xmlns:a="http://schemas.openxmlformats.org/drawingml/2006/main">
              <a:ext uri="{FF2B5EF4-FFF2-40B4-BE49-F238E27FC236}">
                <a16:creationId xmlns:a16="http://schemas.microsoft.com/office/drawing/2014/main" id="{932A669F-FF71-4AF4-A842-ADBE608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4" name="op-m-0">
            <a:extLst xmlns:a="http://schemas.openxmlformats.org/drawingml/2006/main">
              <a:ext uri="{FF2B5EF4-FFF2-40B4-BE49-F238E27FC236}">
                <a16:creationId xmlns:a16="http://schemas.microsoft.com/office/drawing/2014/main" id="{424D422E-C3B8-48B1-988C-B4A987A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5" name="op-b-0">
            <a:extLst xmlns:a="http://schemas.openxmlformats.org/drawingml/2006/main">
              <a:ext uri="{FF2B5EF4-FFF2-40B4-BE49-F238E27FC236}">
                <a16:creationId xmlns:a16="http://schemas.microsoft.com/office/drawing/2014/main" id="{F44BBEA8-B952-4F66-855E-F8AB1F6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241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6" name="op-a-0">
            <a:extLst xmlns:a="http://schemas.openxmlformats.org/drawingml/2006/main">
              <a:ext uri="{FF2B5EF4-FFF2-40B4-BE49-F238E27FC236}">
                <a16:creationId xmlns:a16="http://schemas.microsoft.com/office/drawing/2014/main" id="{01A90568-BF89-4367-811D-52BF3E72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24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7" name="op-c-0">
            <a:extLst xmlns:a="http://schemas.openxmlformats.org/drawingml/2006/main">
              <a:ext uri="{FF2B5EF4-FFF2-40B4-BE49-F238E27FC236}">
                <a16:creationId xmlns:a16="http://schemas.microsoft.com/office/drawing/2014/main" id="{230EA828-397D-4914-B081-2C5AE82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241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8" name="op-line-0">
            <a:extLst xmlns:a="http://schemas.openxmlformats.org/drawingml/2006/main">
              <a:ext uri="{FF2B5EF4-FFF2-40B4-BE49-F238E27FC236}">
                <a16:creationId xmlns:a16="http://schemas.microsoft.com/office/drawing/2014/main" id="{640C87D8-600F-462B-918A-174CE663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9" name="op-m-1">
            <a:extLst xmlns:a="http://schemas.openxmlformats.org/drawingml/2006/main">
              <a:ext uri="{FF2B5EF4-FFF2-40B4-BE49-F238E27FC236}">
                <a16:creationId xmlns:a16="http://schemas.microsoft.com/office/drawing/2014/main" id="{2FFFBF00-63EC-4073-9796-333D5BD9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20" name="op-b-1">
            <a:extLst xmlns:a="http://schemas.openxmlformats.org/drawingml/2006/main">
              <a:ext uri="{FF2B5EF4-FFF2-40B4-BE49-F238E27FC236}">
                <a16:creationId xmlns:a16="http://schemas.microsoft.com/office/drawing/2014/main" id="{94242F68-094E-4905-BC77-78BEC7E6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21" name="op-a-1">
            <a:extLst xmlns:a="http://schemas.openxmlformats.org/drawingml/2006/main">
              <a:ext uri="{FF2B5EF4-FFF2-40B4-BE49-F238E27FC236}">
                <a16:creationId xmlns:a16="http://schemas.microsoft.com/office/drawing/2014/main" id="{BE7457CA-4374-457D-B016-EC4BA58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22" name="op-c-1">
            <a:extLst xmlns:a="http://schemas.openxmlformats.org/drawingml/2006/main">
              <a:ext uri="{FF2B5EF4-FFF2-40B4-BE49-F238E27FC236}">
                <a16:creationId xmlns:a16="http://schemas.microsoft.com/office/drawing/2014/main" id="{152832CA-5995-4EEB-850F-CF86B49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23" name="op-line-1">
            <a:extLst xmlns:a="http://schemas.openxmlformats.org/drawingml/2006/main">
              <a:ext uri="{FF2B5EF4-FFF2-40B4-BE49-F238E27FC236}">
                <a16:creationId xmlns:a16="http://schemas.microsoft.com/office/drawing/2014/main" id="{482D5BCB-275C-4DF7-A4D6-BC24103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766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op-m-2">
            <a:extLst xmlns:a="http://schemas.openxmlformats.org/drawingml/2006/main">
              <a:ext uri="{FF2B5EF4-FFF2-40B4-BE49-F238E27FC236}">
                <a16:creationId xmlns:a16="http://schemas.microsoft.com/office/drawing/2014/main" id="{E2B06CC7-3A0E-4C60-B605-6B8E4BC4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25" name="op-b-2">
            <a:extLst xmlns:a="http://schemas.openxmlformats.org/drawingml/2006/main">
              <a:ext uri="{FF2B5EF4-FFF2-40B4-BE49-F238E27FC236}">
                <a16:creationId xmlns:a16="http://schemas.microsoft.com/office/drawing/2014/main" id="{AA38B800-3374-42DD-98EB-559A505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26" name="op-a-2">
            <a:extLst xmlns:a="http://schemas.openxmlformats.org/drawingml/2006/main">
              <a:ext uri="{FF2B5EF4-FFF2-40B4-BE49-F238E27FC236}">
                <a16:creationId xmlns:a16="http://schemas.microsoft.com/office/drawing/2014/main" id="{CCC838B0-451B-431D-A257-D68C2AC1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27" name="op-c-2">
            <a:extLst xmlns:a="http://schemas.openxmlformats.org/drawingml/2006/main">
              <a:ext uri="{FF2B5EF4-FFF2-40B4-BE49-F238E27FC236}">
                <a16:creationId xmlns:a16="http://schemas.microsoft.com/office/drawing/2014/main" id="{7EAD0AE7-F560-494F-AF77-EA773353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28" name="op-line-2">
            <a:extLst xmlns:a="http://schemas.openxmlformats.org/drawingml/2006/main">
              <a:ext uri="{FF2B5EF4-FFF2-40B4-BE49-F238E27FC236}">
                <a16:creationId xmlns:a16="http://schemas.microsoft.com/office/drawing/2014/main" id="{27617746-DA7D-4D8B-A078-5AFCD3E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9" name="op-m-3">
            <a:extLst xmlns:a="http://schemas.openxmlformats.org/drawingml/2006/main">
              <a:ext uri="{FF2B5EF4-FFF2-40B4-BE49-F238E27FC236}">
                <a16:creationId xmlns:a16="http://schemas.microsoft.com/office/drawing/2014/main" id="{82A2EAC7-7595-4BE6-BA31-F4C6C57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30" name="op-b-3">
            <a:extLst xmlns:a="http://schemas.openxmlformats.org/drawingml/2006/main">
              <a:ext uri="{FF2B5EF4-FFF2-40B4-BE49-F238E27FC236}">
                <a16:creationId xmlns:a16="http://schemas.microsoft.com/office/drawing/2014/main" id="{091879EA-A0E6-4EF1-BB95-B6C4E6F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81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31" name="op-a-3">
            <a:extLst xmlns:a="http://schemas.openxmlformats.org/drawingml/2006/main">
              <a:ext uri="{FF2B5EF4-FFF2-40B4-BE49-F238E27FC236}">
                <a16:creationId xmlns:a16="http://schemas.microsoft.com/office/drawing/2014/main" id="{3C60A193-4585-461A-9E25-FE384BA7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81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32" name="op-c-3">
            <a:extLst xmlns:a="http://schemas.openxmlformats.org/drawingml/2006/main">
              <a:ext uri="{FF2B5EF4-FFF2-40B4-BE49-F238E27FC236}">
                <a16:creationId xmlns:a16="http://schemas.microsoft.com/office/drawing/2014/main" id="{931536F2-77DC-4815-8D34-782BBC6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81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33" name="op-line-3">
            <a:extLst xmlns:a="http://schemas.openxmlformats.org/drawingml/2006/main">
              <a:ext uri="{FF2B5EF4-FFF2-40B4-BE49-F238E27FC236}">
                <a16:creationId xmlns:a16="http://schemas.microsoft.com/office/drawing/2014/main" id="{51A50BE1-06DA-48EB-AA31-C81BCAB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4" name="op-m-4">
            <a:extLst xmlns:a="http://schemas.openxmlformats.org/drawingml/2006/main">
              <a:ext uri="{FF2B5EF4-FFF2-40B4-BE49-F238E27FC236}">
                <a16:creationId xmlns:a16="http://schemas.microsoft.com/office/drawing/2014/main" id="{33C51929-E507-4080-9ABE-D863A59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35" name="op-b-4">
            <a:extLst xmlns:a="http://schemas.openxmlformats.org/drawingml/2006/main">
              <a:ext uri="{FF2B5EF4-FFF2-40B4-BE49-F238E27FC236}">
                <a16:creationId xmlns:a16="http://schemas.microsoft.com/office/drawing/2014/main" id="{1151E296-FB03-45E6-B196-C82397C0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339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36" name="op-a-4">
            <a:extLst xmlns:a="http://schemas.openxmlformats.org/drawingml/2006/main">
              <a:ext uri="{FF2B5EF4-FFF2-40B4-BE49-F238E27FC236}">
                <a16:creationId xmlns:a16="http://schemas.microsoft.com/office/drawing/2014/main" id="{D7ED2EB3-5DED-4C52-96C0-1F3B0338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339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37" name="op-c-4">
            <a:extLst xmlns:a="http://schemas.openxmlformats.org/drawingml/2006/main">
              <a:ext uri="{FF2B5EF4-FFF2-40B4-BE49-F238E27FC236}">
                <a16:creationId xmlns:a16="http://schemas.microsoft.com/office/drawing/2014/main" id="{EEF5E1E9-DBDE-4DBA-BC79-EFD123C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33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38" name="op-line-4">
            <a:extLst xmlns:a="http://schemas.openxmlformats.org/drawingml/2006/main">
              <a:ext uri="{FF2B5EF4-FFF2-40B4-BE49-F238E27FC236}">
                <a16:creationId xmlns:a16="http://schemas.microsoft.com/office/drawing/2014/main" id="{8A83E033-89F5-47C0-B94E-0D6C9D3C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9" name="op-div">
            <a:extLst xmlns:a="http://schemas.openxmlformats.org/drawingml/2006/main">
              <a:ext uri="{FF2B5EF4-FFF2-40B4-BE49-F238E27FC236}">
                <a16:creationId xmlns:a16="http://schemas.microsoft.com/office/drawing/2014/main" id="{F011FDEB-3E53-4AF8-958A-18F96F9D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40" name="op-ct">
            <a:extLst xmlns:a="http://schemas.openxmlformats.org/drawingml/2006/main">
              <a:ext uri="{FF2B5EF4-FFF2-40B4-BE49-F238E27FC236}">
                <a16:creationId xmlns:a16="http://schemas.microsoft.com/office/drawing/2014/main" id="{1E793AED-F822-429B-9BF3-93560ED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41" name="op-chart-axis">
            <a:extLst xmlns:a="http://schemas.openxmlformats.org/drawingml/2006/main">
              <a:ext uri="{FF2B5EF4-FFF2-40B4-BE49-F238E27FC236}">
                <a16:creationId xmlns:a16="http://schemas.microsoft.com/office/drawing/2014/main" id="{EE03EB96-557E-43D8-B2AB-B9F95272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9625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2" name="op-chart-yaxis">
            <a:extLst xmlns:a="http://schemas.openxmlformats.org/drawingml/2006/main">
              <a:ext uri="{FF2B5EF4-FFF2-40B4-BE49-F238E27FC236}">
                <a16:creationId xmlns:a16="http://schemas.microsoft.com/office/drawing/2014/main" id="{B641C272-4EDD-4F0F-9A2D-E579C01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90875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3" name="op-chart-bar-0-0">
            <a:extLst xmlns:a="http://schemas.openxmlformats.org/drawingml/2006/main">
              <a:ext uri="{FF2B5EF4-FFF2-40B4-BE49-F238E27FC236}">
                <a16:creationId xmlns:a16="http://schemas.microsoft.com/office/drawing/2014/main" id="{47D6F63D-4F3E-4AAF-8230-9E773477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94125"/>
            <a:ext cx="4191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p-chart-val-0-0">
            <a:extLst xmlns:a="http://schemas.openxmlformats.org/drawingml/2006/main">
              <a:ext uri="{FF2B5EF4-FFF2-40B4-BE49-F238E27FC236}">
                <a16:creationId xmlns:a16="http://schemas.microsoft.com/office/drawing/2014/main" id="{70785288-4E46-4D41-A90A-A24B46B6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036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186A6"/>
                </a:solidFill>
              </a:defRPr>
            </a:pPr>
            <a:r>
              <a:rPr sz="825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45" name="op-chart-cat-0">
            <a:extLst xmlns:a="http://schemas.openxmlformats.org/drawingml/2006/main">
              <a:ext uri="{FF2B5EF4-FFF2-40B4-BE49-F238E27FC236}">
                <a16:creationId xmlns:a16="http://schemas.microsoft.com/office/drawing/2014/main" id="{4A2736F0-1B37-49DE-A193-FFE8A413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46" name="op-chart-bar-1-0">
            <a:extLst xmlns:a="http://schemas.openxmlformats.org/drawingml/2006/main">
              <a:ext uri="{FF2B5EF4-FFF2-40B4-BE49-F238E27FC236}">
                <a16:creationId xmlns:a16="http://schemas.microsoft.com/office/drawing/2014/main" id="{899E085B-6C7E-4B02-8882-671E305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601085"/>
            <a:ext cx="419100" cy="136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p-chart-val-1-0">
            <a:extLst xmlns:a="http://schemas.openxmlformats.org/drawingml/2006/main">
              <a:ext uri="{FF2B5EF4-FFF2-40B4-BE49-F238E27FC236}">
                <a16:creationId xmlns:a16="http://schemas.microsoft.com/office/drawing/2014/main" id="{2FD55367-5E2B-4E06-A54E-194F051E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41058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186A6"/>
                </a:solidFill>
              </a:defRPr>
            </a:pPr>
            <a:r>
              <a:rPr sz="825" b="1">
                <a:solidFill>
                  <a:srgbClr val="7186A6"/>
                </a:solidFill>
              </a:rPr>
              <a:t>53.6%</a:t>
            </a:r>
          </a:p>
        </p:txBody>
      </p:sp>
      <p:sp>
        <p:nvSpPr>
          <p:cNvPr id="48" name="op-chart-cat-1">
            <a:extLst xmlns:a="http://schemas.openxmlformats.org/drawingml/2006/main">
              <a:ext uri="{FF2B5EF4-FFF2-40B4-BE49-F238E27FC236}">
                <a16:creationId xmlns:a16="http://schemas.microsoft.com/office/drawing/2014/main" id="{4F3DCB0D-5798-47CE-B9CF-7E4AC82D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After avg</a:t>
            </a:r>
          </a:p>
        </p:txBody>
      </p:sp>
    </p:spTree>
    <p:extLst>
      <p:ext uri="{BB962C8B-B14F-4D97-AF65-F5344CB8AC3E}">
        <p14:creationId xmlns:p14="http://schemas.microsoft.com/office/powerpoint/2010/main" val="13798558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D3FBA2B-A6CF-4FB9-BEB9-027D155B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1E15BB0-D724-45E5-B3CC-4023E30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B57EAAD-C68D-4565-9299-F8B0C318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D33106-FCD8-4E1D-8D0E-9929C9C3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E563BF-9EB6-4200-B09E-FD40FE6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F2A4B26-1195-4BBA-905A-28963BD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25/28</a:t>
            </a:r>
          </a:p>
        </p:txBody>
      </p:sp>
      <p:sp>
        <p:nvSpPr>
          <p:cNvPr id="7" name="uc-n-0">
            <a:extLst xmlns:a="http://schemas.openxmlformats.org/drawingml/2006/main">
              <a:ext uri="{FF2B5EF4-FFF2-40B4-BE49-F238E27FC236}">
                <a16:creationId xmlns:a16="http://schemas.microsoft.com/office/drawing/2014/main" id="{A2552A69-A3EC-4470-978C-558F060D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24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uc-row-0">
            <a:extLst xmlns:a="http://schemas.openxmlformats.org/drawingml/2006/main">
              <a:ext uri="{FF2B5EF4-FFF2-40B4-BE49-F238E27FC236}">
                <a16:creationId xmlns:a16="http://schemas.microsoft.com/office/drawing/2014/main" id="{8950236C-16DE-4F90-8FEC-D39A2C0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049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9" name="uc-line-0">
            <a:extLst xmlns:a="http://schemas.openxmlformats.org/drawingml/2006/main">
              <a:ext uri="{FF2B5EF4-FFF2-40B4-BE49-F238E27FC236}">
                <a16:creationId xmlns:a16="http://schemas.microsoft.com/office/drawing/2014/main" id="{CDA4EF5E-50BE-4448-8532-E247B1A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6215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uc-n-1">
            <a:extLst xmlns:a="http://schemas.openxmlformats.org/drawingml/2006/main">
              <a:ext uri="{FF2B5EF4-FFF2-40B4-BE49-F238E27FC236}">
                <a16:creationId xmlns:a16="http://schemas.microsoft.com/office/drawing/2014/main" id="{565B7259-69FD-412F-950F-14C8065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uc-row-1">
            <a:extLst xmlns:a="http://schemas.openxmlformats.org/drawingml/2006/main">
              <a:ext uri="{FF2B5EF4-FFF2-40B4-BE49-F238E27FC236}">
                <a16:creationId xmlns:a16="http://schemas.microsoft.com/office/drawing/2014/main" id="{E96FA1D7-CA62-4C38-B00D-BEC4FB0C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2410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2" name="uc-line-1">
            <a:extLst xmlns:a="http://schemas.openxmlformats.org/drawingml/2006/main">
              <a:ext uri="{FF2B5EF4-FFF2-40B4-BE49-F238E27FC236}">
                <a16:creationId xmlns:a16="http://schemas.microsoft.com/office/drawing/2014/main" id="{6A2EAD84-95F0-411B-8CA8-91B28EE2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uc-n-2">
            <a:extLst xmlns:a="http://schemas.openxmlformats.org/drawingml/2006/main">
              <a:ext uri="{FF2B5EF4-FFF2-40B4-BE49-F238E27FC236}">
                <a16:creationId xmlns:a16="http://schemas.microsoft.com/office/drawing/2014/main" id="{4A515642-FB95-445F-B9B7-5B66A279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uc-row-2">
            <a:extLst xmlns:a="http://schemas.openxmlformats.org/drawingml/2006/main">
              <a:ext uri="{FF2B5EF4-FFF2-40B4-BE49-F238E27FC236}">
                <a16:creationId xmlns:a16="http://schemas.microsoft.com/office/drawing/2014/main" id="{226AC141-9BBE-465E-A438-738C4EE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5" name="uc-line-2">
            <a:extLst xmlns:a="http://schemas.openxmlformats.org/drawingml/2006/main">
              <a:ext uri="{FF2B5EF4-FFF2-40B4-BE49-F238E27FC236}">
                <a16:creationId xmlns:a16="http://schemas.microsoft.com/office/drawing/2014/main" id="{9FA6E2E9-8AA0-4137-BFE3-FE9F2CC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045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uc-n-3">
            <a:extLst xmlns:a="http://schemas.openxmlformats.org/drawingml/2006/main">
              <a:ext uri="{FF2B5EF4-FFF2-40B4-BE49-F238E27FC236}">
                <a16:creationId xmlns:a16="http://schemas.microsoft.com/office/drawing/2014/main" id="{08DDA35F-AD59-41A9-8DFD-92BFDA4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81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uc-row-3">
            <a:extLst xmlns:a="http://schemas.openxmlformats.org/drawingml/2006/main">
              <a:ext uri="{FF2B5EF4-FFF2-40B4-BE49-F238E27FC236}">
                <a16:creationId xmlns:a16="http://schemas.microsoft.com/office/drawing/2014/main" id="{C9865090-8778-4E4D-ABD3-EFEACEEF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6240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8" name="uc-line-3">
            <a:extLst xmlns:a="http://schemas.openxmlformats.org/drawingml/2006/main">
              <a:ext uri="{FF2B5EF4-FFF2-40B4-BE49-F238E27FC236}">
                <a16:creationId xmlns:a16="http://schemas.microsoft.com/office/drawing/2014/main" id="{ACF26FDF-C158-4232-8FEB-C53E40D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uc-n-4">
            <a:extLst xmlns:a="http://schemas.openxmlformats.org/drawingml/2006/main">
              <a:ext uri="{FF2B5EF4-FFF2-40B4-BE49-F238E27FC236}">
                <a16:creationId xmlns:a16="http://schemas.microsoft.com/office/drawing/2014/main" id="{884CF4C4-9939-43F2-BB40-888F4756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00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uc-row-4">
            <a:extLst xmlns:a="http://schemas.openxmlformats.org/drawingml/2006/main">
              <a:ext uri="{FF2B5EF4-FFF2-40B4-BE49-F238E27FC236}">
                <a16:creationId xmlns:a16="http://schemas.microsoft.com/office/drawing/2014/main" id="{B1134B9A-7AC1-4C29-99EA-BF88A45A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815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21" name="uc-line-4">
            <a:extLst xmlns:a="http://schemas.openxmlformats.org/drawingml/2006/main">
              <a:ext uri="{FF2B5EF4-FFF2-40B4-BE49-F238E27FC236}">
                <a16:creationId xmlns:a16="http://schemas.microsoft.com/office/drawing/2014/main" id="{D8F0B332-37FF-40FE-B64D-02800DF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3875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uc-n-5">
            <a:extLst xmlns:a="http://schemas.openxmlformats.org/drawingml/2006/main">
              <a:ext uri="{FF2B5EF4-FFF2-40B4-BE49-F238E27FC236}">
                <a16:creationId xmlns:a16="http://schemas.microsoft.com/office/drawing/2014/main" id="{35C9F788-A8B8-4B1A-9DB0-FA51DCBC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3" name="uc-row-5">
            <a:extLst xmlns:a="http://schemas.openxmlformats.org/drawingml/2006/main">
              <a:ext uri="{FF2B5EF4-FFF2-40B4-BE49-F238E27FC236}">
                <a16:creationId xmlns:a16="http://schemas.microsoft.com/office/drawing/2014/main" id="{EDE3BBB0-F2BC-449C-A8CB-11ED1871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0070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24" name="uc-line-5">
            <a:extLst xmlns:a="http://schemas.openxmlformats.org/drawingml/2006/main">
              <a:ext uri="{FF2B5EF4-FFF2-40B4-BE49-F238E27FC236}">
                <a16:creationId xmlns:a16="http://schemas.microsoft.com/office/drawing/2014/main" id="{B3D52FF8-6967-4CC8-BC73-08E6ABBE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5790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425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D459906-FEEB-4548-B1F8-B316BBBD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F11DCBB-D9E7-4367-9836-F9C418B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57DA7D0-3745-4E7E-BC62-AC7D364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986C12-C800-4277-888B-249C2B34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contribution is a selector and an evaluation discipline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EC20E3-117C-405C-B149-C4398BEE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272921C-7BA9-4FB6-B92F-AD02DEF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26/28</a:t>
            </a:r>
          </a:p>
        </p:txBody>
      </p:sp>
      <p:sp>
        <p:nvSpPr>
          <p:cNvPr id="7" name="n-1">
            <a:extLst xmlns:a="http://schemas.openxmlformats.org/drawingml/2006/main">
              <a:ext uri="{FF2B5EF4-FFF2-40B4-BE49-F238E27FC236}">
                <a16:creationId xmlns:a16="http://schemas.microsoft.com/office/drawing/2014/main" id="{BBEF2A66-21A7-4893-98F6-01A09F2F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b-1">
            <a:extLst xmlns:a="http://schemas.openxmlformats.org/drawingml/2006/main">
              <a:ext uri="{FF2B5EF4-FFF2-40B4-BE49-F238E27FC236}">
                <a16:creationId xmlns:a16="http://schemas.microsoft.com/office/drawing/2014/main" id="{497F0B73-87C8-4C81-AF89-B4E55E8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76450"/>
            <a:ext cx="1015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 deployable selector</a:t>
            </a:r>
            <a:r>
              <a:rPr>
                <a:solidFill>
                  <a:srgbClr val="5C6A7F"/>
                </a:solidFill>
              </a:rPr>
              <a:t> A compact pipeline combines sixteen O(n) structural features with a gradient-boosted classifier.</a:t>
            </a:r>
          </a:p>
        </p:txBody>
      </p:sp>
      <p:sp>
        <p:nvSpPr>
          <p:cNvPr id="9" name="b-line-1">
            <a:extLst xmlns:a="http://schemas.openxmlformats.org/drawingml/2006/main">
              <a:ext uri="{FF2B5EF4-FFF2-40B4-BE49-F238E27FC236}">
                <a16:creationId xmlns:a16="http://schemas.microsoft.com/office/drawing/2014/main" id="{CCBE19A3-5625-4532-BDEA-37E56BD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52700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0" name="n-2">
            <a:extLst xmlns:a="http://schemas.openxmlformats.org/drawingml/2006/main">
              <a:ext uri="{FF2B5EF4-FFF2-40B4-BE49-F238E27FC236}">
                <a16:creationId xmlns:a16="http://schemas.microsoft.com/office/drawing/2014/main" id="{D1083D20-A094-47C3-9298-87C6BBE9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b-2">
            <a:extLst xmlns:a="http://schemas.openxmlformats.org/drawingml/2006/main">
              <a:ext uri="{FF2B5EF4-FFF2-40B4-BE49-F238E27FC236}">
                <a16:creationId xmlns:a16="http://schemas.microsoft.com/office/drawing/2014/main" id="{06244852-0F3D-43F9-858B-6DB97326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57575"/>
            <a:ext cx="1015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 rigorous evaluation framework</a:t>
            </a:r>
            <a:r>
              <a:rPr>
                <a:solidFill>
                  <a:srgbClr val="5C6A7F"/>
                </a:solidFill>
              </a:rPr>
              <a:t> Source-level separation, near-tie filtering, LODO testing, and regret metrics give a stronger view than accuracy alone.</a:t>
            </a:r>
          </a:p>
        </p:txBody>
      </p:sp>
      <p:sp>
        <p:nvSpPr>
          <p:cNvPr id="12" name="b-line-2">
            <a:extLst xmlns:a="http://schemas.openxmlformats.org/drawingml/2006/main">
              <a:ext uri="{FF2B5EF4-FFF2-40B4-BE49-F238E27FC236}">
                <a16:creationId xmlns:a16="http://schemas.microsoft.com/office/drawing/2014/main" id="{57B53DBA-38EE-4BA7-8657-F8C4F040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33825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3" name="n-3">
            <a:extLst xmlns:a="http://schemas.openxmlformats.org/drawingml/2006/main">
              <a:ext uri="{FF2B5EF4-FFF2-40B4-BE49-F238E27FC236}">
                <a16:creationId xmlns:a16="http://schemas.microsoft.com/office/drawing/2014/main" id="{E3695A50-AB5F-4430-8C7C-2932890C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b-3">
            <a:extLst xmlns:a="http://schemas.openxmlformats.org/drawingml/2006/main">
              <a:ext uri="{FF2B5EF4-FFF2-40B4-BE49-F238E27FC236}">
                <a16:creationId xmlns:a16="http://schemas.microsoft.com/office/drawing/2014/main" id="{C69AFC51-D757-4539-BE3B-05AB3757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1015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 reproducible artifact</a:t>
            </a:r>
            <a:r>
              <a:rPr>
                <a:solidFill>
                  <a:srgbClr val="5C6A7F"/>
                </a:solidFill>
              </a:rPr>
              <a:t> One source-of-truth feature extractor, data pipeline, and exported XGBoost JSON / ONNX models support replication.</a:t>
            </a:r>
          </a:p>
        </p:txBody>
      </p:sp>
      <p:sp>
        <p:nvSpPr>
          <p:cNvPr id="15" name="b-line-3">
            <a:extLst xmlns:a="http://schemas.openxmlformats.org/drawingml/2006/main">
              <a:ext uri="{FF2B5EF4-FFF2-40B4-BE49-F238E27FC236}">
                <a16:creationId xmlns:a16="http://schemas.microsoft.com/office/drawing/2014/main" id="{D6AB927F-13AA-4E66-A606-1FF89D0F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58748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D45560D-F724-449D-BA56-2132943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764FBAF-3A95-429D-957F-2712518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C97AE41-1904-4285-9E5F-B7D6FC0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509B57-1CC8-4EBA-91B1-49F3474B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The remaining errors show where the features stop seeing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A29A36-32D3-4678-B23C-53625B2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C4D3518-CA4A-458B-AADB-F43312D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27/28</a:t>
            </a:r>
          </a:p>
        </p:txBody>
      </p:sp>
      <p:sp>
        <p:nvSpPr>
          <p:cNvPr id="7" name="lim-left-title">
            <a:extLst xmlns:a="http://schemas.openxmlformats.org/drawingml/2006/main">
              <a:ext uri="{FF2B5EF4-FFF2-40B4-BE49-F238E27FC236}">
                <a16:creationId xmlns:a16="http://schemas.microsoft.com/office/drawing/2014/main" id="{35E6770A-BC2F-4CD5-B7F1-D876FAB2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Limitations</a:t>
            </a:r>
          </a:p>
        </p:txBody>
      </p:sp>
      <p:sp>
        <p:nvSpPr>
          <p:cNvPr id="8" name="lim-right-title">
            <a:extLst xmlns:a="http://schemas.openxmlformats.org/drawingml/2006/main">
              <a:ext uri="{FF2B5EF4-FFF2-40B4-BE49-F238E27FC236}">
                <a16:creationId xmlns:a16="http://schemas.microsoft.com/office/drawing/2014/main" id="{754BC680-F7F8-4F76-A19F-8E1E0CB8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Future work</a:t>
            </a:r>
          </a:p>
        </p:txBody>
      </p:sp>
      <p:sp>
        <p:nvSpPr>
          <p:cNvPr id="9" name="n-1">
            <a:extLst xmlns:a="http://schemas.openxmlformats.org/drawingml/2006/main">
              <a:ext uri="{FF2B5EF4-FFF2-40B4-BE49-F238E27FC236}">
                <a16:creationId xmlns:a16="http://schemas.microsoft.com/office/drawing/2014/main" id="{19226B92-859A-4664-A0D4-B52D642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0" name="b-1">
            <a:extLst xmlns:a="http://schemas.openxmlformats.org/drawingml/2006/main">
              <a:ext uri="{FF2B5EF4-FFF2-40B4-BE49-F238E27FC236}">
                <a16:creationId xmlns:a16="http://schemas.microsoft.com/office/drawing/2014/main" id="{9AA171EC-585B-4632-82BD-283B53D4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19325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portfolio limited to three C-level comparison sorts</a:t>
            </a:r>
          </a:p>
        </p:txBody>
      </p:sp>
      <p:sp>
        <p:nvSpPr>
          <p:cNvPr id="11" name="b-line-1">
            <a:extLst xmlns:a="http://schemas.openxmlformats.org/drawingml/2006/main">
              <a:ext uri="{FF2B5EF4-FFF2-40B4-BE49-F238E27FC236}">
                <a16:creationId xmlns:a16="http://schemas.microsoft.com/office/drawing/2014/main" id="{DAB2416C-FB1E-43B6-BCB4-42A809D7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95575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2" name="n-2">
            <a:extLst xmlns:a="http://schemas.openxmlformats.org/drawingml/2006/main">
              <a:ext uri="{FF2B5EF4-FFF2-40B4-BE49-F238E27FC236}">
                <a16:creationId xmlns:a16="http://schemas.microsoft.com/office/drawing/2014/main" id="{C98D709D-F9A6-4909-9781-B6230931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3" name="b-2">
            <a:extLst xmlns:a="http://schemas.openxmlformats.org/drawingml/2006/main">
              <a:ext uri="{FF2B5EF4-FFF2-40B4-BE49-F238E27FC236}">
                <a16:creationId xmlns:a16="http://schemas.microsoft.com/office/drawing/2014/main" id="{0036DEC2-2283-4089-8A4B-DB53ADE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24200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absolute regret tied to one hardware/software environment</a:t>
            </a:r>
          </a:p>
        </p:txBody>
      </p:sp>
      <p:sp>
        <p:nvSpPr>
          <p:cNvPr id="14" name="b-line-2">
            <a:extLst xmlns:a="http://schemas.openxmlformats.org/drawingml/2006/main">
              <a:ext uri="{FF2B5EF4-FFF2-40B4-BE49-F238E27FC236}">
                <a16:creationId xmlns:a16="http://schemas.microsoft.com/office/drawing/2014/main" id="{223B1201-E64B-4195-BA73-D86D1FEB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5" name="n-3">
            <a:extLst xmlns:a="http://schemas.openxmlformats.org/drawingml/2006/main">
              <a:ext uri="{FF2B5EF4-FFF2-40B4-BE49-F238E27FC236}">
                <a16:creationId xmlns:a16="http://schemas.microsoft.com/office/drawing/2014/main" id="{3616D1E5-8EC5-474B-ADC2-30F3A26A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6" name="b-3">
            <a:extLst xmlns:a="http://schemas.openxmlformats.org/drawingml/2006/main">
              <a:ext uri="{FF2B5EF4-FFF2-40B4-BE49-F238E27FC236}">
                <a16:creationId xmlns:a16="http://schemas.microsoft.com/office/drawing/2014/main" id="{C6E664CF-5A70-4E7E-9F87-7845796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29075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source-aware split lowers performance, so deployment needs domain testing</a:t>
            </a:r>
          </a:p>
        </p:txBody>
      </p:sp>
      <p:sp>
        <p:nvSpPr>
          <p:cNvPr id="17" name="b-line-3">
            <a:extLst xmlns:a="http://schemas.openxmlformats.org/drawingml/2006/main">
              <a:ext uri="{FF2B5EF4-FFF2-40B4-BE49-F238E27FC236}">
                <a16:creationId xmlns:a16="http://schemas.microsoft.com/office/drawing/2014/main" id="{C3B1068C-D97E-4C2C-A954-1874AD8C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5325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8" name="n-4">
            <a:extLst xmlns:a="http://schemas.openxmlformats.org/drawingml/2006/main">
              <a:ext uri="{FF2B5EF4-FFF2-40B4-BE49-F238E27FC236}">
                <a16:creationId xmlns:a16="http://schemas.microsoft.com/office/drawing/2014/main" id="{FE5F6300-A8DD-48BA-8183-35CAA1B7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9" name="b-4">
            <a:extLst xmlns:a="http://schemas.openxmlformats.org/drawingml/2006/main">
              <a:ext uri="{FF2B5EF4-FFF2-40B4-BE49-F238E27FC236}">
                <a16:creationId xmlns:a16="http://schemas.microsoft.com/office/drawing/2014/main" id="{AD04CFC2-1CCD-40B5-B250-782AF445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33950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feature extraction becomes unprofitable below about 1,000 elements</a:t>
            </a:r>
          </a:p>
        </p:txBody>
      </p:sp>
      <p:sp>
        <p:nvSpPr>
          <p:cNvPr id="20" name="b-line-4">
            <a:extLst xmlns:a="http://schemas.openxmlformats.org/drawingml/2006/main">
              <a:ext uri="{FF2B5EF4-FFF2-40B4-BE49-F238E27FC236}">
                <a16:creationId xmlns:a16="http://schemas.microsoft.com/office/drawing/2014/main" id="{544F9187-8D04-4B41-86A5-1A1F3EC3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1" name="n-5">
            <a:extLst xmlns:a="http://schemas.openxmlformats.org/drawingml/2006/main">
              <a:ext uri="{FF2B5EF4-FFF2-40B4-BE49-F238E27FC236}">
                <a16:creationId xmlns:a16="http://schemas.microsoft.com/office/drawing/2014/main" id="{9EBA9ED3-1E46-480A-BAB7-55B27948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2" name="b-5">
            <a:extLst xmlns:a="http://schemas.openxmlformats.org/drawingml/2006/main">
              <a:ext uri="{FF2B5EF4-FFF2-40B4-BE49-F238E27FC236}">
                <a16:creationId xmlns:a16="http://schemas.microsoft.com/office/drawing/2014/main" id="{71A439E0-E949-46C7-B591-BC060FD6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19325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larger portfolios: Powersort, radix/bucket/quads, SIMD/GPU sorts</a:t>
            </a:r>
          </a:p>
        </p:txBody>
      </p:sp>
      <p:sp>
        <p:nvSpPr>
          <p:cNvPr id="23" name="b-line-5">
            <a:extLst xmlns:a="http://schemas.openxmlformats.org/drawingml/2006/main">
              <a:ext uri="{FF2B5EF4-FFF2-40B4-BE49-F238E27FC236}">
                <a16:creationId xmlns:a16="http://schemas.microsoft.com/office/drawing/2014/main" id="{B57D22F7-2E51-4B85-9FFC-3D38A48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9557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4" name="n-6">
            <a:extLst xmlns:a="http://schemas.openxmlformats.org/drawingml/2006/main">
              <a:ext uri="{FF2B5EF4-FFF2-40B4-BE49-F238E27FC236}">
                <a16:creationId xmlns:a16="http://schemas.microsoft.com/office/drawing/2014/main" id="{91F7C348-9F63-4FB4-9DA1-9E36D772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5" name="b-6">
            <a:extLst xmlns:a="http://schemas.openxmlformats.org/drawingml/2006/main">
              <a:ext uri="{FF2B5EF4-FFF2-40B4-BE49-F238E27FC236}">
                <a16:creationId xmlns:a16="http://schemas.microsoft.com/office/drawing/2014/main" id="{0A034DB4-9CC8-4C10-ABA4-747533AA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stricter channel-level routing evaluation</a:t>
            </a:r>
          </a:p>
        </p:txBody>
      </p:sp>
      <p:sp>
        <p:nvSpPr>
          <p:cNvPr id="26" name="b-line-6">
            <a:extLst xmlns:a="http://schemas.openxmlformats.org/drawingml/2006/main">
              <a:ext uri="{FF2B5EF4-FFF2-40B4-BE49-F238E27FC236}">
                <a16:creationId xmlns:a16="http://schemas.microsoft.com/office/drawing/2014/main" id="{A16C085C-98A7-4BD5-86A3-3AF4F2C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7" name="n-7">
            <a:extLst xmlns:a="http://schemas.openxmlformats.org/drawingml/2006/main">
              <a:ext uri="{FF2B5EF4-FFF2-40B4-BE49-F238E27FC236}">
                <a16:creationId xmlns:a16="http://schemas.microsoft.com/office/drawing/2014/main" id="{F44D5B78-E665-49CA-AEBC-0D496BA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07</a:t>
            </a:r>
          </a:p>
        </p:txBody>
      </p:sp>
      <p:sp>
        <p:nvSpPr>
          <p:cNvPr id="28" name="b-7">
            <a:extLst xmlns:a="http://schemas.openxmlformats.org/drawingml/2006/main">
              <a:ext uri="{FF2B5EF4-FFF2-40B4-BE49-F238E27FC236}">
                <a16:creationId xmlns:a16="http://schemas.microsoft.com/office/drawing/2014/main" id="{38F248F5-9D9A-4592-B883-8A4D746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29075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domain embeddings for source-aware generalisation</a:t>
            </a:r>
          </a:p>
        </p:txBody>
      </p:sp>
      <p:sp>
        <p:nvSpPr>
          <p:cNvPr id="29" name="b-line-7">
            <a:extLst xmlns:a="http://schemas.openxmlformats.org/drawingml/2006/main">
              <a:ext uri="{FF2B5EF4-FFF2-40B4-BE49-F238E27FC236}">
                <a16:creationId xmlns:a16="http://schemas.microsoft.com/office/drawing/2014/main" id="{81CDEEE6-1ECF-421F-8CD4-4C3A595E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05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30" name="n-8">
            <a:extLst xmlns:a="http://schemas.openxmlformats.org/drawingml/2006/main">
              <a:ext uri="{FF2B5EF4-FFF2-40B4-BE49-F238E27FC236}">
                <a16:creationId xmlns:a16="http://schemas.microsoft.com/office/drawing/2014/main" id="{174429E2-21A8-4CE6-AFBC-3B66E14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08</a:t>
            </a:r>
          </a:p>
        </p:txBody>
      </p:sp>
      <p:sp>
        <p:nvSpPr>
          <p:cNvPr id="31" name="b-8">
            <a:extLst xmlns:a="http://schemas.openxmlformats.org/drawingml/2006/main">
              <a:ext uri="{FF2B5EF4-FFF2-40B4-BE49-F238E27FC236}">
                <a16:creationId xmlns:a16="http://schemas.microsoft.com/office/drawing/2014/main" id="{ED191E49-9A29-4554-8EC4-EB2A5A2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cross-platform deployment with feature-extraction overhead</a:t>
            </a:r>
          </a:p>
        </p:txBody>
      </p:sp>
      <p:sp>
        <p:nvSpPr>
          <p:cNvPr id="32" name="b-line-8">
            <a:extLst xmlns:a="http://schemas.openxmlformats.org/drawingml/2006/main">
              <a:ext uri="{FF2B5EF4-FFF2-40B4-BE49-F238E27FC236}">
                <a16:creationId xmlns:a16="http://schemas.microsoft.com/office/drawing/2014/main" id="{C77C20D7-79A7-4D65-A74B-14460DE0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10200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94248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02A5B55-1DB4-4662-9CBD-8C18A38B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1261F68-52E4-4B91-98D8-30576AFC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7B21BE2-E2E2-4552-90E2-D591E11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C6E518B-4226-483C-9C01-DF55D80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28/28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4CD6D91F-23F8-49FD-99DC-EB92736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171717"/>
                </a:solidFill>
              </a:defRPr>
            </a:pPr>
            <a:r>
              <a:rPr sz="3600">
                <a:solidFill>
                  <a:srgbClr val="171717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5477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2026-07-05T22:02:44.0410000Z</dcterms:created>
  <dcterms:modified xsi:type="dcterms:W3CDTF">2026-07-05T22:02:44.0410000Z</dcterms:modified>
</coreProperties>
</file>