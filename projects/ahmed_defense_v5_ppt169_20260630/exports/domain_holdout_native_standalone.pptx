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46304"/>
            <a:ext cx="12191695" cy="73152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9C1638"/>
          </a:solidFill>
          <a:ln w="12700">
            <a:solidFill>
              <a:srgbClr val="9C163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438912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Leave-one-domain-out tests whether structure transfers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66928" y="1051560"/>
            <a:ext cx="11064240" cy="0"/>
          </a:xfrm>
          <a:prstGeom prst="line">
            <a:avLst/>
          </a:prstGeom>
          <a:noFill/>
          <a:ln w="15240">
            <a:solidFill>
              <a:srgbClr val="D8E0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61872"/>
            <a:ext cx="10652760" cy="868680"/>
          </a:xfrm>
          <a:prstGeom prst="roundRect">
            <a:avLst>
              <a:gd name="adj" fmla="val 8421"/>
            </a:avLst>
          </a:prstGeom>
          <a:solidFill>
            <a:srgbClr val="F7F9F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417320"/>
            <a:ext cx="16002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24712" y="1472184"/>
            <a:ext cx="57607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C16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709928" y="1472184"/>
            <a:ext cx="80467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four domains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0" y="1623060"/>
            <a:ext cx="502920" cy="0"/>
          </a:xfrm>
          <a:prstGeom prst="line">
            <a:avLst/>
          </a:prstGeom>
          <a:noFill/>
          <a:ln w="25400">
            <a:solidFill>
              <a:srgbClr val="F4511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66160" y="1417320"/>
            <a:ext cx="16002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451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39312" y="1472184"/>
            <a:ext cx="57607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511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Hide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24528" y="1472184"/>
            <a:ext cx="80467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domain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257800" y="1623060"/>
            <a:ext cx="502920" cy="0"/>
          </a:xfrm>
          <a:prstGeom prst="line">
            <a:avLst/>
          </a:prstGeom>
          <a:noFill/>
          <a:ln w="25400">
            <a:solidFill>
              <a:srgbClr val="F4511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80760" y="1417320"/>
            <a:ext cx="16002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53912" y="1472184"/>
            <a:ext cx="57607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C16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39128" y="1472184"/>
            <a:ext cx="80467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unseen arrays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772400" y="1623060"/>
            <a:ext cx="502920" cy="0"/>
          </a:xfrm>
          <a:prstGeom prst="line">
            <a:avLst/>
          </a:prstGeom>
          <a:noFill/>
          <a:ln w="25400">
            <a:solidFill>
              <a:srgbClr val="F4511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95360" y="1417320"/>
            <a:ext cx="160020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68512" y="1472184"/>
            <a:ext cx="57607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C16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253728" y="1472184"/>
            <a:ext cx="80467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runtime result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51560" y="1856232"/>
            <a:ext cx="99669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5C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run removes one full source domain from training, then tests the selector on that hidden domain.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49808" y="2423160"/>
            <a:ext cx="754380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2587752"/>
            <a:ext cx="42062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Held-out domain performance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60120" y="2880360"/>
            <a:ext cx="53035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C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 closed stays high even when the test domain was not used for training.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99632" y="3017520"/>
            <a:ext cx="7772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7D7E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95160" y="3017520"/>
            <a:ext cx="9601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9BD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 closed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3383280"/>
            <a:ext cx="80467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Crypto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965960" y="3319272"/>
            <a:ext cx="5074920" cy="14630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65960" y="3319272"/>
            <a:ext cx="4438018" cy="146304"/>
          </a:xfrm>
          <a:prstGeom prst="rect">
            <a:avLst/>
          </a:prstGeom>
          <a:solidFill>
            <a:srgbClr val="B7D7E8"/>
          </a:solidFill>
          <a:ln w="12700">
            <a:solidFill>
              <a:srgbClr val="B7D7E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65960" y="3502152"/>
            <a:ext cx="5074920" cy="14630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65960" y="3502152"/>
            <a:ext cx="4573518" cy="146304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9698" y="3310128"/>
            <a:ext cx="5029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87.5%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85198" y="3493008"/>
            <a:ext cx="5029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90.1%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60120" y="3822192"/>
            <a:ext cx="80467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Earthquake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965960" y="3758184"/>
            <a:ext cx="5074920" cy="14630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965960" y="3758184"/>
            <a:ext cx="4166002" cy="146304"/>
          </a:xfrm>
          <a:prstGeom prst="rect">
            <a:avLst/>
          </a:prstGeom>
          <a:solidFill>
            <a:srgbClr val="B7D7E8"/>
          </a:solidFill>
          <a:ln w="12700">
            <a:solidFill>
              <a:srgbClr val="B7D7E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65960" y="3941064"/>
            <a:ext cx="5074920" cy="14630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65960" y="3941064"/>
            <a:ext cx="4822696" cy="146304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7682" y="3749040"/>
            <a:ext cx="5029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82.1%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834376" y="3931920"/>
            <a:ext cx="5029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95.0%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60120" y="4261104"/>
            <a:ext cx="80467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F1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1965960" y="4197096"/>
            <a:ext cx="5074920" cy="14630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65960" y="4197096"/>
            <a:ext cx="4508559" cy="146304"/>
          </a:xfrm>
          <a:prstGeom prst="rect">
            <a:avLst/>
          </a:prstGeom>
          <a:solidFill>
            <a:srgbClr val="B7D7E8"/>
          </a:solidFill>
          <a:ln w="12700">
            <a:solidFill>
              <a:srgbClr val="B7D7E8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65960" y="4379976"/>
            <a:ext cx="5074920" cy="14630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65960" y="4379976"/>
            <a:ext cx="3831565" cy="146304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20239" y="4187952"/>
            <a:ext cx="5029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88.8%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843245" y="4370832"/>
            <a:ext cx="5029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75.5%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60120" y="4700016"/>
            <a:ext cx="80467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Stock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1965960" y="4636008"/>
            <a:ext cx="5074920" cy="14630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65960" y="4636008"/>
            <a:ext cx="4465422" cy="146304"/>
          </a:xfrm>
          <a:prstGeom prst="rect">
            <a:avLst/>
          </a:prstGeom>
          <a:solidFill>
            <a:srgbClr val="B7D7E8"/>
          </a:solidFill>
          <a:ln w="12700">
            <a:solidFill>
              <a:srgbClr val="B7D7E8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965960" y="4818888"/>
            <a:ext cx="5074920" cy="14630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965960" y="4818888"/>
            <a:ext cx="4602445" cy="146304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77102" y="4626864"/>
            <a:ext cx="5029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88.0%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614125" y="4809744"/>
            <a:ext cx="5029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90.7%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60120" y="5138928"/>
            <a:ext cx="80467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</a:t>
            </a:r>
            <a:endParaRPr lang="en-US" sz="1500" dirty="0"/>
          </a:p>
        </p:txBody>
      </p:sp>
      <p:sp>
        <p:nvSpPr>
          <p:cNvPr id="58" name="Shape 56"/>
          <p:cNvSpPr/>
          <p:nvPr/>
        </p:nvSpPr>
        <p:spPr>
          <a:xfrm>
            <a:off x="1965960" y="5074920"/>
            <a:ext cx="5074920" cy="14630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65960" y="5074920"/>
            <a:ext cx="3073372" cy="146304"/>
          </a:xfrm>
          <a:prstGeom prst="rect">
            <a:avLst/>
          </a:prstGeom>
          <a:solidFill>
            <a:srgbClr val="B7D7E8"/>
          </a:solidFill>
          <a:ln w="12700">
            <a:solidFill>
              <a:srgbClr val="B7D7E8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965960" y="5257800"/>
            <a:ext cx="5074920" cy="146304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965960" y="5257800"/>
            <a:ext cx="4554233" cy="146304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85052" y="5065776"/>
            <a:ext cx="5029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60.6%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565913" y="5248656"/>
            <a:ext cx="50292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89.7%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1965960" y="5577840"/>
            <a:ext cx="0" cy="54864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892808" y="5650992"/>
            <a:ext cx="1828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234690" y="5577840"/>
            <a:ext cx="0" cy="54864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161538" y="5650992"/>
            <a:ext cx="1828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4503420" y="5577840"/>
            <a:ext cx="0" cy="54864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430268" y="5650992"/>
            <a:ext cx="1828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772150" y="5577840"/>
            <a:ext cx="0" cy="54864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98998" y="5650992"/>
            <a:ext cx="1828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75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040880" y="5577840"/>
            <a:ext cx="0" cy="54864"/>
          </a:xfrm>
          <a:prstGeom prst="line">
            <a:avLst/>
          </a:prstGeom>
          <a:noFill/>
          <a:ln w="12700">
            <a:solidFill>
              <a:srgbClr val="D8E0E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967728" y="5650992"/>
            <a:ext cx="18288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4297680" y="5815584"/>
            <a:ext cx="59436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percent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8549640" y="242316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7F9F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759952" y="2624328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C16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this test means</a:t>
            </a:r>
            <a:endParaRPr lang="en-US" sz="1900" dirty="0"/>
          </a:p>
        </p:txBody>
      </p:sp>
      <p:sp>
        <p:nvSpPr>
          <p:cNvPr id="77" name="Text 75"/>
          <p:cNvSpPr/>
          <p:nvPr/>
        </p:nvSpPr>
        <p:spPr>
          <a:xfrm>
            <a:off x="8759952" y="2907792"/>
            <a:ext cx="221284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model is not only memorizing domains; it is using transferable structural signals.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8549640" y="361188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759952" y="3794760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C16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Weakest held-out case</a:t>
            </a:r>
            <a:endParaRPr lang="en-US" sz="1900" dirty="0"/>
          </a:p>
        </p:txBody>
      </p:sp>
      <p:sp>
        <p:nvSpPr>
          <p:cNvPr id="80" name="Text 78"/>
          <p:cNvSpPr/>
          <p:nvPr/>
        </p:nvSpPr>
        <p:spPr>
          <a:xfrm>
            <a:off x="8759952" y="4078224"/>
            <a:ext cx="221284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F1 still closes 75.5% of the SBS-to-VBS gap, even with lower balanced accuracy.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8549640" y="4800600"/>
            <a:ext cx="2651760" cy="960120"/>
          </a:xfrm>
          <a:prstGeom prst="roundRect">
            <a:avLst>
              <a:gd name="adj" fmla="val 7619"/>
            </a:avLst>
          </a:prstGeom>
          <a:solidFill>
            <a:srgbClr val="F7F9FC"/>
          </a:solidFill>
          <a:ln w="12700">
            <a:solidFill>
              <a:srgbClr val="D8E0E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759952" y="4983480"/>
            <a:ext cx="21945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9C163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Defense wording</a:t>
            </a:r>
            <a:endParaRPr lang="en-US" sz="1900" dirty="0"/>
          </a:p>
        </p:txBody>
      </p:sp>
      <p:sp>
        <p:nvSpPr>
          <p:cNvPr id="83" name="Text 81"/>
          <p:cNvSpPr/>
          <p:nvPr/>
        </p:nvSpPr>
        <p:spPr>
          <a:xfrm>
            <a:off x="8759952" y="5266944"/>
            <a:ext cx="2212848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D1D1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supports robustness, but it does not claim perfect domain generalization.</a:t>
            </a:r>
            <a:endParaRPr lang="en-US" sz="1400" dirty="0"/>
          </a:p>
        </p:txBody>
      </p:sp>
      <p:sp>
        <p:nvSpPr>
          <p:cNvPr id="84" name="Text 82"/>
          <p:cNvSpPr/>
          <p:nvPr/>
        </p:nvSpPr>
        <p:spPr>
          <a:xfrm>
            <a:off x="11484864" y="65653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1/1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Ahmed Salah</dc:creator>
  <cp:lastModifiedBy>Ahmed Salah</cp:lastModifiedBy>
  <cp:revision>1</cp:revision>
  <dcterms:created xsi:type="dcterms:W3CDTF">2026-07-06T19:31:50Z</dcterms:created>
  <dcterms:modified xsi:type="dcterms:W3CDTF">2026-07-06T19:31:50Z</dcterms:modified>
</cp:coreProperties>
</file>