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svg" ContentType="image/svg+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  <Relationship Id="rId2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sv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sv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sv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4.sv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sv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sv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sv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sv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9.sv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0.sv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1.sv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2.sv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3.sv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4.sv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5.sv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6.sv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7.sv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8.sv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9.sv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0.svg"/>
  <Relationship Id="rId3"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1.svg"/>
  <Relationship Id="rId3"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22.svg"/>
  <Relationship Id="rId3"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1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VG Image 2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2026-06-30T17:48:37Z</dcterms:created>
  <dcterms:modified xsi:type="dcterms:W3CDTF">2026-06-30T17:48:37Z</dcterms:modified>
  <cp:category/>
  <cp:contentStatus/>
</cp:coreProperties>
</file>