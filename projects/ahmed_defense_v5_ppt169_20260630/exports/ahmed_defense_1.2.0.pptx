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9" r:id="rId5"/>
    <p:sldId id="260" r:id="rId6"/>
    <p:sldId id="262" r:id="rId8"/>
    <p:sldId id="263" r:id="rId9"/>
    <p:sldId id="264" r:id="rId10"/>
    <p:sldId id="265" r:id="rId11"/>
    <p:sldId id="267" r:id="rId13"/>
    <p:sldId id="258" r:id="rId4"/>
    <p:sldId id="266" r:id="rId12"/>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5.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t>Motivation and Runtime Gap</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t>Data,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t>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t>Evaluation and Results</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t>Rigor and Generalization</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t>Conclusion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t>Each array is timed on the portfolio, then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receives sixteen O(n) structural features computed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At prediction time, the system extracts features once and predicts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