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e86eb5e4d44e0" /><Relationship Type="http://schemas.openxmlformats.org/officeDocument/2006/relationships/extended-properties" Target="/docProps/app.xml" Id="Re9b60086c1ea42fc" /><Relationship Type="http://schemas.openxmlformats.org/officeDocument/2006/relationships/officeDocument" Target="/ppt/presentation.xml" Id="R29d97f9d79ba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7b91efcf649e3"/>
  </p:sldMasterIdLst>
  <p:notesMasterIdLst>
    <p:notesMasterId xmlns:r="http://schemas.openxmlformats.org/officeDocument/2006/relationships" r:id="R2abc7c6c6d324a3d"/>
  </p:notesMasterIdLst>
  <p:sldIdLst>
    <p:sldId xmlns:r="http://schemas.openxmlformats.org/officeDocument/2006/relationships" id="256" r:id="R6f98319450ae44c9"/>
    <p:sldId xmlns:r="http://schemas.openxmlformats.org/officeDocument/2006/relationships" id="257" r:id="Rd2948546ef6d4561"/>
    <p:sldId xmlns:r="http://schemas.openxmlformats.org/officeDocument/2006/relationships" id="258" r:id="R73e64ab4a6754c2f"/>
    <p:sldId xmlns:r="http://schemas.openxmlformats.org/officeDocument/2006/relationships" id="259" r:id="Rcecd98489ca747ca"/>
    <p:sldId xmlns:r="http://schemas.openxmlformats.org/officeDocument/2006/relationships" id="260" r:id="Rc3d57f5cb8f24fb8"/>
    <p:sldId xmlns:r="http://schemas.openxmlformats.org/officeDocument/2006/relationships" id="261" r:id="R6c0e8247036146be"/>
    <p:sldId xmlns:r="http://schemas.openxmlformats.org/officeDocument/2006/relationships" id="262" r:id="R3ec6da75a4ed43e0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f429fb9fc4c90" /><Relationship Type="http://schemas.openxmlformats.org/officeDocument/2006/relationships/slideMaster" Target="/ppt/slideMasters/slideMaster1.xml" Id="R8ec7b91efcf649e3" /><Relationship Type="http://schemas.openxmlformats.org/officeDocument/2006/relationships/notesMaster" Target="/ppt/notesMasters/notesMaster1.xml" Id="R2abc7c6c6d324a3d" /><Relationship Type="http://schemas.openxmlformats.org/officeDocument/2006/relationships/presProps" Target="/ppt/presProps.xml" Id="Rc9a8b262d70942bc" /><Relationship Type="http://schemas.openxmlformats.org/officeDocument/2006/relationships/tableStyles" Target="/ppt/tableStyles.xml" Id="R26b1225496c247a1" /><Relationship Type="http://schemas.openxmlformats.org/officeDocument/2006/relationships/slide" Target="/ppt/slides/slide1.xml" Id="R6f98319450ae44c9" /><Relationship Type="http://schemas.openxmlformats.org/officeDocument/2006/relationships/slide" Target="/ppt/slides/slide2.xml" Id="Rd2948546ef6d4561" /><Relationship Type="http://schemas.openxmlformats.org/officeDocument/2006/relationships/slide" Target="/ppt/slides/slide3.xml" Id="R73e64ab4a6754c2f" /><Relationship Type="http://schemas.openxmlformats.org/officeDocument/2006/relationships/slide" Target="/ppt/slides/slide4.xml" Id="Rcecd98489ca747ca" /><Relationship Type="http://schemas.openxmlformats.org/officeDocument/2006/relationships/slide" Target="/ppt/slides/slide5.xml" Id="Rc3d57f5cb8f24fb8" /><Relationship Type="http://schemas.openxmlformats.org/officeDocument/2006/relationships/slide" Target="/ppt/slides/slide6.xml" Id="R6c0e8247036146be" /><Relationship Type="http://schemas.openxmlformats.org/officeDocument/2006/relationships/slide" Target="/ppt/slides/slide7.xml" Id="R3ec6da75a4ed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c6a008dae45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6baec89be41c9" /><Relationship Type="http://schemas.openxmlformats.org/officeDocument/2006/relationships/notesMaster" Target="/ppt/notesMasters/notesMaster1.xml" Id="R36440a06cd974a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573056193c4591" /><Relationship Type="http://schemas.openxmlformats.org/officeDocument/2006/relationships/notesMaster" Target="/ppt/notesMasters/notesMaster1.xml" Id="R4f7e5dedf393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6183a3231d414f" /><Relationship Type="http://schemas.openxmlformats.org/officeDocument/2006/relationships/notesMaster" Target="/ppt/notesMasters/notesMaster1.xml" Id="R3853c4c47df142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62ff61c8a049b1" /><Relationship Type="http://schemas.openxmlformats.org/officeDocument/2006/relationships/notesMaster" Target="/ppt/notesMasters/notesMaster1.xml" Id="R1c3f9df9f2fb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6dbdb9ec894cec" /><Relationship Type="http://schemas.openxmlformats.org/officeDocument/2006/relationships/notesMaster" Target="/ppt/notesMasters/notesMaster1.xml" Id="Rf014a4c629de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671e372a524c8f" /><Relationship Type="http://schemas.openxmlformats.org/officeDocument/2006/relationships/notesMaster" Target="/ppt/notesMasters/notesMaster1.xml" Id="R937506836131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2abc75a65a4bbd" /><Relationship Type="http://schemas.openxmlformats.org/officeDocument/2006/relationships/notesMaster" Target="/ppt/notesMasters/notesMaster1.xml" Id="Ra5b94e846dc141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1eb53beec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b901680a294db3" /><Relationship Type="http://schemas.openxmlformats.org/officeDocument/2006/relationships/slideLayout" Target="/ppt/slideLayouts/slideLayout1.xml" Id="R91c299029418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299029418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0cc2c37ca4987" /><Relationship Type="http://schemas.openxmlformats.org/officeDocument/2006/relationships/notesSlide" Target="/ppt/notesSlides/notesSlide1.xml" Id="Re4d6fc461598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5152c3d454c0a" /><Relationship Type="http://schemas.openxmlformats.org/officeDocument/2006/relationships/notesSlide" Target="/ppt/notesSlides/notesSlide2.xml" Id="R3b9c1bc3f2c2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d362c3656429c" /><Relationship Type="http://schemas.openxmlformats.org/officeDocument/2006/relationships/notesSlide" Target="/ppt/notesSlides/notesSlide3.xml" Id="R6a017cfe86ea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f3c241cc24de2" /><Relationship Type="http://schemas.openxmlformats.org/officeDocument/2006/relationships/notesSlide" Target="/ppt/notesSlides/notesSlide4.xml" Id="R5f11913d01bb47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312a06f4f45a4" /><Relationship Type="http://schemas.openxmlformats.org/officeDocument/2006/relationships/notesSlide" Target="/ppt/notesSlides/notesSlide5.xml" Id="R39180dbc106443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51c1d2dd04f77" /><Relationship Type="http://schemas.openxmlformats.org/officeDocument/2006/relationships/notesSlide" Target="/ppt/notesSlides/notesSlide6.xml" Id="R329945091c7a45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c9f56d74e4ce4" /><Relationship Type="http://schemas.openxmlformats.org/officeDocument/2006/relationships/notesSlide" Target="/ppt/notesSlides/notesSlide7.xml" Id="R0fa226f420124c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CD83C7F-429A-4F4E-9E88-90881E92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93D4306-598D-4F6B-873D-3AB6B99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72A4483-FA37-47A7-85F7-65DC7692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D09777-FB74-42D3-A21B-B96A6532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2F3766-3731-49BA-B31B-4E86754B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BB86039-CA36-4E12-84ED-7D0B210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2/28</a:t>
            </a:r>
          </a:p>
        </p:txBody>
      </p:sp>
      <p:sp>
        <p:nvSpPr>
          <p:cNvPr id="7" name="formula-band">
            <a:extLst xmlns:a="http://schemas.openxmlformats.org/drawingml/2006/main">
              <a:ext uri="{FF2B5EF4-FFF2-40B4-BE49-F238E27FC236}">
                <a16:creationId xmlns:a16="http://schemas.microsoft.com/office/drawing/2014/main" id="{28080975-EBD2-4504-828F-BDAD992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66850"/>
            <a:ext cx="119634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8" name="formula">
            <a:extLst xmlns:a="http://schemas.openxmlformats.org/drawingml/2006/main">
              <a:ext uri="{FF2B5EF4-FFF2-40B4-BE49-F238E27FC236}">
                <a16:creationId xmlns:a16="http://schemas.microsoft.com/office/drawing/2014/main" id="{240AD46D-849F-4135-8F8C-0EF9C21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28775"/>
            <a:ext cx="1131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 : f(x) → A</a:t>
            </a:r>
            <a:r>
              <a: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    reduce expected regret with respect to the oracle</a:t>
            </a:r>
          </a:p>
        </p:txBody>
      </p:sp>
      <p:sp>
        <p:nvSpPr>
          <p:cNvPr id="9" name="n-0">
            <a:extLst xmlns:a="http://schemas.openxmlformats.org/drawingml/2006/main">
              <a:ext uri="{FF2B5EF4-FFF2-40B4-BE49-F238E27FC236}">
                <a16:creationId xmlns:a16="http://schemas.microsoft.com/office/drawing/2014/main" id="{F4888D79-595B-4864-AEB0-92C784D4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14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row-0">
            <a:extLst xmlns:a="http://schemas.openxmlformats.org/drawingml/2006/main">
              <a:ext uri="{FF2B5EF4-FFF2-40B4-BE49-F238E27FC236}">
                <a16:creationId xmlns:a16="http://schemas.microsoft.com/office/drawing/2014/main" id="{9BA83DCD-D252-41EB-ACF9-0D633109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955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Compact structural features: </a:t>
            </a:r>
            <a:r>
              <a: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informative for algorithm selection and inexpensive to extract</a:t>
            </a:r>
          </a:p>
        </p:txBody>
      </p:sp>
      <p:sp>
        <p:nvSpPr>
          <p:cNvPr id="11" name="row-line-0">
            <a:extLst xmlns:a="http://schemas.openxmlformats.org/drawingml/2006/main">
              <a:ext uri="{FF2B5EF4-FFF2-40B4-BE49-F238E27FC236}">
                <a16:creationId xmlns:a16="http://schemas.microsoft.com/office/drawing/2014/main" id="{88298874-F377-4885-A68C-C1CCF5E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2" name="n-1">
            <a:extLst xmlns:a="http://schemas.openxmlformats.org/drawingml/2006/main">
              <a:ext uri="{FF2B5EF4-FFF2-40B4-BE49-F238E27FC236}">
                <a16:creationId xmlns:a16="http://schemas.microsoft.com/office/drawing/2014/main" id="{4D971BD8-8C19-4AF7-A851-F163D8E4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29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row-1">
            <a:extLst xmlns:a="http://schemas.openxmlformats.org/drawingml/2006/main">
              <a:ext uri="{FF2B5EF4-FFF2-40B4-BE49-F238E27FC236}">
                <a16:creationId xmlns:a16="http://schemas.microsoft.com/office/drawing/2014/main" id="{151AB2AC-FE98-413D-895B-FC73C723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99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Offline XGBoost model: </a:t>
            </a:r>
            <a:r>
              <a: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train and evaluate per-instance algorithm selection</a:t>
            </a:r>
          </a:p>
        </p:txBody>
      </p:sp>
      <p:sp>
        <p:nvSpPr>
          <p:cNvPr id="14" name="row-line-1">
            <a:extLst xmlns:a="http://schemas.openxmlformats.org/drawingml/2006/main">
              <a:ext uri="{FF2B5EF4-FFF2-40B4-BE49-F238E27FC236}">
                <a16:creationId xmlns:a16="http://schemas.microsoft.com/office/drawing/2014/main" id="{53BFF657-44D0-47B1-A8C1-D80A4C8E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00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5" name="n-2">
            <a:extLst xmlns:a="http://schemas.openxmlformats.org/drawingml/2006/main">
              <a:ext uri="{FF2B5EF4-FFF2-40B4-BE49-F238E27FC236}">
                <a16:creationId xmlns:a16="http://schemas.microsoft.com/office/drawing/2014/main" id="{5AA059E6-5661-4043-8E24-34DC8000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43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row-2">
            <a:extLst xmlns:a="http://schemas.openxmlformats.org/drawingml/2006/main">
              <a:ext uri="{FF2B5EF4-FFF2-40B4-BE49-F238E27FC236}">
                <a16:creationId xmlns:a16="http://schemas.microsoft.com/office/drawing/2014/main" id="{6B0FB361-0DF8-46DC-879B-C9C43756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Leakage-resistant evaluation: </a:t>
            </a:r>
            <a:r>
              <a: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valid selection-under-ignorance protocol</a:t>
            </a:r>
          </a:p>
        </p:txBody>
      </p:sp>
      <p:sp>
        <p:nvSpPr>
          <p:cNvPr id="17" name="row-line-2">
            <a:extLst xmlns:a="http://schemas.openxmlformats.org/drawingml/2006/main">
              <a:ext uri="{FF2B5EF4-FFF2-40B4-BE49-F238E27FC236}">
                <a16:creationId xmlns:a16="http://schemas.microsoft.com/office/drawing/2014/main" id="{91F26B06-00B0-48C3-A2AF-FDAB5647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8" name="n-3">
            <a:extLst xmlns:a="http://schemas.openxmlformats.org/drawingml/2006/main">
              <a:ext uri="{FF2B5EF4-FFF2-40B4-BE49-F238E27FC236}">
                <a16:creationId xmlns:a16="http://schemas.microsoft.com/office/drawing/2014/main" id="{09A2AD54-5BAD-4656-803B-D35E9AA9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9" name="row-3">
            <a:extLst xmlns:a="http://schemas.openxmlformats.org/drawingml/2006/main">
              <a:ext uri="{FF2B5EF4-FFF2-40B4-BE49-F238E27FC236}">
                <a16:creationId xmlns:a16="http://schemas.microsoft.com/office/drawing/2014/main" id="{9BA0E302-04F4-4F95-971B-992C780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387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Reproducible Python library: </a:t>
            </a:r>
            <a:r>
              <a: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package the complete method for deployment and further research</a:t>
            </a:r>
          </a:p>
        </p:txBody>
      </p:sp>
      <p:sp>
        <p:nvSpPr>
          <p:cNvPr id="20" name="row-line-3">
            <a:extLst xmlns:a="http://schemas.openxmlformats.org/drawingml/2006/main">
              <a:ext uri="{FF2B5EF4-FFF2-40B4-BE49-F238E27FC236}">
                <a16:creationId xmlns:a16="http://schemas.microsoft.com/office/drawing/2014/main" id="{237CDFA8-DE49-4B56-B536-6566520D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388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0801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F359E73-7714-456D-8ED2-28F8B792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B8AD66D-ABEC-4C54-BBA4-9409E91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7F2E398-CFBD-4218-A063-AB9D2532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85D5E2-930A-40A5-9EB0-23DB1F79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68CEC4-AAB9-4E02-8744-77EFFF42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4B98959-E780-4615-AED5-01C1B107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4/28</a:t>
            </a:r>
          </a:p>
        </p:txBody>
      </p:sp>
      <p:sp>
        <p:nvSpPr>
          <p:cNvPr id="7" name="p">
            <a:extLst xmlns:a="http://schemas.openxmlformats.org/drawingml/2006/main">
              <a:ext uri="{FF2B5EF4-FFF2-40B4-BE49-F238E27FC236}">
                <a16:creationId xmlns:a16="http://schemas.microsoft.com/office/drawing/2014/main" id="{8910E29C-860D-4BFE-BDD3-DDD0788E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8" name="p-title">
            <a:extLst xmlns:a="http://schemas.openxmlformats.org/drawingml/2006/main">
              <a:ext uri="{FF2B5EF4-FFF2-40B4-BE49-F238E27FC236}">
                <a16:creationId xmlns:a16="http://schemas.microsoft.com/office/drawing/2014/main" id="{8FFEA1B5-728F-4C32-BBF8-241F5C9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14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Problem space P</a:t>
            </a:r>
          </a:p>
        </p:txBody>
      </p:sp>
      <p:sp>
        <p:nvSpPr>
          <p:cNvPr id="9" name="p-body">
            <a:extLst xmlns:a="http://schemas.openxmlformats.org/drawingml/2006/main">
              <a:ext uri="{FF2B5EF4-FFF2-40B4-BE49-F238E27FC236}">
                <a16:creationId xmlns:a16="http://schemas.microsoft.com/office/drawing/2014/main" id="{AC80D3A3-7C32-4AC5-96CF-D56B82DD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21145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one numeric array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[4, 5, 5, 6, 17, 18,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19, 2, 2, 3, 31, 45]</a:t>
            </a:r>
          </a:p>
        </p:txBody>
      </p:sp>
      <p:sp>
        <p:nvSpPr>
          <p:cNvPr id="10" name="f">
            <a:extLst xmlns:a="http://schemas.openxmlformats.org/drawingml/2006/main">
              <a:ext uri="{FF2B5EF4-FFF2-40B4-BE49-F238E27FC236}">
                <a16:creationId xmlns:a16="http://schemas.microsoft.com/office/drawing/2014/main" id="{C7AE8B77-B083-4C3F-86D2-6969DACC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1" name="f-title">
            <a:extLst xmlns:a="http://schemas.openxmlformats.org/drawingml/2006/main">
              <a:ext uri="{FF2B5EF4-FFF2-40B4-BE49-F238E27FC236}">
                <a16:creationId xmlns:a16="http://schemas.microsoft.com/office/drawing/2014/main" id="{CD91D91C-4895-4FD0-8FED-CFC23AB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Feature space F</a:t>
            </a:r>
          </a:p>
        </p:txBody>
      </p:sp>
      <p:sp>
        <p:nvSpPr>
          <p:cNvPr id="12" name="f-body">
            <a:extLst xmlns:a="http://schemas.openxmlformats.org/drawingml/2006/main">
              <a:ext uri="{FF2B5EF4-FFF2-40B4-BE49-F238E27FC236}">
                <a16:creationId xmlns:a16="http://schemas.microsoft.com/office/drawing/2014/main" id="{9DFFDD88-E3AB-4092-BF24-A56BFCB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52650"/>
            <a:ext cx="21145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structural array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sortedness / disorder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duplicates / entropy</a:t>
            </a:r>
          </a:p>
        </p:txBody>
      </p:sp>
      <p:sp>
        <p:nvSpPr>
          <p:cNvPr id="13" name="selector">
            <a:extLst xmlns:a="http://schemas.openxmlformats.org/drawingml/2006/main">
              <a:ext uri="{FF2B5EF4-FFF2-40B4-BE49-F238E27FC236}">
                <a16:creationId xmlns:a16="http://schemas.microsoft.com/office/drawing/2014/main" id="{692F6C85-2D6B-4A2E-BBF6-8AAC90A4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2286000" cy="266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EF230EF7-86F8-44B2-8EBC-EA77593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62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5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4C45CD2C-D5C3-4CC5-A5C3-63B7476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S : F → A</a:t>
            </a:r>
          </a:p>
        </p:txBody>
      </p:sp>
      <p:sp>
        <p:nvSpPr>
          <p:cNvPr id="16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10A9AB79-1D35-4E7C-9032-B829C80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7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18B08C86-2B4B-4F8E-80CB-F7C542E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242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XGBoost classifier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predicts fastest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class</a:t>
            </a:r>
          </a:p>
        </p:txBody>
      </p:sp>
      <p:sp>
        <p:nvSpPr>
          <p:cNvPr id="18" name="a">
            <a:extLst xmlns:a="http://schemas.openxmlformats.org/drawingml/2006/main">
              <a:ext uri="{FF2B5EF4-FFF2-40B4-BE49-F238E27FC236}">
                <a16:creationId xmlns:a16="http://schemas.microsoft.com/office/drawing/2014/main" id="{5E95C00C-0FA5-449C-B377-88BE2517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9" name="a-title">
            <a:extLst xmlns:a="http://schemas.openxmlformats.org/drawingml/2006/main">
              <a:ext uri="{FF2B5EF4-FFF2-40B4-BE49-F238E27FC236}">
                <a16:creationId xmlns:a16="http://schemas.microsoft.com/office/drawing/2014/main" id="{D4272BEC-0A6C-4ACC-998A-5A7DA49F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714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Algorithm space A</a:t>
            </a:r>
          </a:p>
        </p:txBody>
      </p:sp>
      <p:sp>
        <p:nvSpPr>
          <p:cNvPr id="20" name="a-body">
            <a:extLst xmlns:a="http://schemas.openxmlformats.org/drawingml/2006/main">
              <a:ext uri="{FF2B5EF4-FFF2-40B4-BE49-F238E27FC236}">
                <a16:creationId xmlns:a16="http://schemas.microsoft.com/office/drawing/2014/main" id="{C70F3E00-8048-430B-9D79-976CED8D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52650"/>
            <a:ext cx="21145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1" name="pf-from">
            <a:extLst xmlns:a="http://schemas.openxmlformats.org/drawingml/2006/main">
              <a:ext uri="{FF2B5EF4-FFF2-40B4-BE49-F238E27FC236}">
                <a16:creationId xmlns:a16="http://schemas.microsoft.com/office/drawing/2014/main" id="{36BD723F-F974-4C1E-A06F-769069C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f-to">
            <a:extLst xmlns:a="http://schemas.openxmlformats.org/drawingml/2006/main">
              <a:ext uri="{FF2B5EF4-FFF2-40B4-BE49-F238E27FC236}">
                <a16:creationId xmlns:a16="http://schemas.microsoft.com/office/drawing/2014/main" id="{9521B7F9-5344-43BB-A231-7A24BF76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pf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5433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511E"/>
            </a:solidFill>
            <a:prstDash val="solid"/>
            <a:headEnd type="arrow" w="med" len="med"/>
          </a:ln>
        </p:spPr>
      </p:cxnSp>
      <p:sp>
        <p:nvSpPr>
          <p:cNvPr id="24" name="fs-from">
            <a:extLst xmlns:a="http://schemas.openxmlformats.org/drawingml/2006/main">
              <a:ext uri="{FF2B5EF4-FFF2-40B4-BE49-F238E27FC236}">
                <a16:creationId xmlns:a16="http://schemas.microsoft.com/office/drawing/2014/main" id="{566E5334-C848-4D57-80EF-2D5E689D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s-to">
            <a:extLst xmlns:a="http://schemas.openxmlformats.org/drawingml/2006/main">
              <a:ext uri="{FF2B5EF4-FFF2-40B4-BE49-F238E27FC236}">
                <a16:creationId xmlns:a16="http://schemas.microsoft.com/office/drawing/2014/main" id="{1D57C2C4-1893-408C-8910-CF3A36EB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fs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67818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511E"/>
            </a:solidFill>
            <a:prstDash val="solid"/>
            <a:headEnd type="arrow" w="med" len="med"/>
          </a:ln>
        </p:spPr>
      </p:cxnSp>
      <p:sp>
        <p:nvSpPr>
          <p:cNvPr id="27" name="sa-from">
            <a:extLst xmlns:a="http://schemas.openxmlformats.org/drawingml/2006/main">
              <a:ext uri="{FF2B5EF4-FFF2-40B4-BE49-F238E27FC236}">
                <a16:creationId xmlns:a16="http://schemas.microsoft.com/office/drawing/2014/main" id="{0FE36D4C-64F9-4B85-86D9-0A6CE71A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a-to">
            <a:extLst xmlns:a="http://schemas.openxmlformats.org/drawingml/2006/main">
              <a:ext uri="{FF2B5EF4-FFF2-40B4-BE49-F238E27FC236}">
                <a16:creationId xmlns:a16="http://schemas.microsoft.com/office/drawing/2014/main" id="{1D324704-4ABC-419A-998B-9BE3BDB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0" name="sa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973455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511E"/>
            </a:solidFill>
            <a:prstDash val="solid"/>
            <a:headEnd type="arrow" w="med" len="med"/>
          </a:ln>
        </p:spPr>
      </p:cxnSp>
      <p:sp>
        <p:nvSpPr>
          <p:cNvPr id="30" name="perf">
            <a:extLst xmlns:a="http://schemas.openxmlformats.org/drawingml/2006/main">
              <a:ext uri="{FF2B5EF4-FFF2-40B4-BE49-F238E27FC236}">
                <a16:creationId xmlns:a16="http://schemas.microsoft.com/office/drawing/2014/main" id="{C4418E2E-F8EF-42F7-8E80-F3821A34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18681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31" name="perf-text">
            <a:extLst xmlns:a="http://schemas.openxmlformats.org/drawingml/2006/main">
              <a:ext uri="{FF2B5EF4-FFF2-40B4-BE49-F238E27FC236}">
                <a16:creationId xmlns:a16="http://schemas.microsoft.com/office/drawing/2014/main" id="{E5C3FF48-13C6-43ED-B6EE-BB04535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Performance space Y: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label(x) = argmin_a T(a, x), measured from empirical runtime</a:t>
            </a:r>
          </a:p>
        </p:txBody>
      </p:sp>
    </p:spTree>
    <p:extLst>
      <p:ext uri="{BB962C8B-B14F-4D97-AF65-F5344CB8AC3E}">
        <p14:creationId xmlns:p14="http://schemas.microsoft.com/office/powerpoint/2010/main" val="865046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47D59B0-2EAF-4362-9EFE-748DCC5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8050097-CAD1-40FF-A0C3-9CA781E9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F917938-3115-4710-AB05-F5576636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87A725-8AB8-447C-B04E-B665BBA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2EC90AF-0DBB-4D86-83A2-8F737FC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54D574F-61DE-4853-8C3C-C1D1BB3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E72FA298-7731-4388-9F72-C07E4982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2334875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8" name="holdout-x">
            <a:extLst xmlns:a="http://schemas.openxmlformats.org/drawingml/2006/main">
              <a:ext uri="{FF2B5EF4-FFF2-40B4-BE49-F238E27FC236}">
                <a16:creationId xmlns:a16="http://schemas.microsoft.com/office/drawing/2014/main" id="{DD4EAD0D-66D3-4C96-A655-8C6874C0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9" name="holdout-y">
            <a:extLst xmlns:a="http://schemas.openxmlformats.org/drawingml/2006/main">
              <a:ext uri="{FF2B5EF4-FFF2-40B4-BE49-F238E27FC236}">
                <a16:creationId xmlns:a16="http://schemas.microsoft.com/office/drawing/2014/main" id="{9CD59162-63B1-4F61-94CC-6233E957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E423388A-71F1-4AEF-80E8-A21446C2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01578"/>
            <a:ext cx="552450" cy="2041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oldout-v-0-0">
            <a:extLst xmlns:a="http://schemas.openxmlformats.org/drawingml/2006/main">
              <a:ext uri="{FF2B5EF4-FFF2-40B4-BE49-F238E27FC236}">
                <a16:creationId xmlns:a16="http://schemas.microsoft.com/office/drawing/2014/main" id="{4EF95436-0433-4D69-999E-8D672760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96778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2B2F437C-544E-4779-8017-75C585F6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0904"/>
            <a:ext cx="552450" cy="2102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ldout-v-0-1">
            <a:extLst xmlns:a="http://schemas.openxmlformats.org/drawingml/2006/main">
              <a:ext uri="{FF2B5EF4-FFF2-40B4-BE49-F238E27FC236}">
                <a16:creationId xmlns:a16="http://schemas.microsoft.com/office/drawing/2014/main" id="{74CBB059-7BEF-4091-A7C5-202B44F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36104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250197A5-144A-4FC1-BA1F-D8ABFE4F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54EC67D8-5336-4D74-93CE-1E117BC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27594"/>
            <a:ext cx="552450" cy="1915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ldout-v-1-0">
            <a:extLst xmlns:a="http://schemas.openxmlformats.org/drawingml/2006/main">
              <a:ext uri="{FF2B5EF4-FFF2-40B4-BE49-F238E27FC236}">
                <a16:creationId xmlns:a16="http://schemas.microsoft.com/office/drawing/2014/main" id="{166C012E-93DB-40F6-8A5E-B398BFA1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22794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AF27969C-E963-4B57-B300-C040EC5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26556"/>
            <a:ext cx="55245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ldout-v-1-1">
            <a:extLst xmlns:a="http://schemas.openxmlformats.org/drawingml/2006/main">
              <a:ext uri="{FF2B5EF4-FFF2-40B4-BE49-F238E27FC236}">
                <a16:creationId xmlns:a16="http://schemas.microsoft.com/office/drawing/2014/main" id="{4904646E-1974-43BB-B947-A12C1381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1756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1C314C06-D7BE-418B-946F-1B0BECEA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F161CA74-48E3-4DB0-A033-8FCD7E8A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1241"/>
            <a:ext cx="552450" cy="20722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oldout-v-2-0">
            <a:extLst xmlns:a="http://schemas.openxmlformats.org/drawingml/2006/main">
              <a:ext uri="{FF2B5EF4-FFF2-40B4-BE49-F238E27FC236}">
                <a16:creationId xmlns:a16="http://schemas.microsoft.com/office/drawing/2014/main" id="{E8947977-ACDD-4EEC-A58C-A5C60C8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6441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F09184A7-B19D-493E-B16F-6B1EE461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81613"/>
            <a:ext cx="552450" cy="17618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oldout-v-2-1">
            <a:extLst xmlns:a="http://schemas.openxmlformats.org/drawingml/2006/main">
              <a:ext uri="{FF2B5EF4-FFF2-40B4-BE49-F238E27FC236}">
                <a16:creationId xmlns:a16="http://schemas.microsoft.com/office/drawing/2014/main" id="{C3835CC5-8BFF-415C-82DB-EEFB437F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813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F07BB3DF-91E9-4902-9DF5-C56A0F6E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340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E63950F6-84F9-4867-9933-2658468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9910"/>
            <a:ext cx="552450" cy="2053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oldout-v-3-0">
            <a:extLst xmlns:a="http://schemas.openxmlformats.org/drawingml/2006/main">
              <a:ext uri="{FF2B5EF4-FFF2-40B4-BE49-F238E27FC236}">
                <a16:creationId xmlns:a16="http://schemas.microsoft.com/office/drawing/2014/main" id="{4EB6771E-94AA-478C-B041-824DCD2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511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8E96D1A0-BDF4-46F1-980E-7EEE9D1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6902"/>
            <a:ext cx="552450" cy="21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ldout-v-3-1">
            <a:extLst xmlns:a="http://schemas.openxmlformats.org/drawingml/2006/main">
              <a:ext uri="{FF2B5EF4-FFF2-40B4-BE49-F238E27FC236}">
                <a16:creationId xmlns:a16="http://schemas.microsoft.com/office/drawing/2014/main" id="{4D22DFD8-B297-45E3-82DC-ABA8D295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2102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D0D60D2C-C2FE-46C4-800E-54C16540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E9C69FD5-BAAF-4B68-AEAB-308F44F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29323"/>
            <a:ext cx="552450" cy="1414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oldout-v-4-0">
            <a:extLst xmlns:a="http://schemas.openxmlformats.org/drawingml/2006/main">
              <a:ext uri="{FF2B5EF4-FFF2-40B4-BE49-F238E27FC236}">
                <a16:creationId xmlns:a16="http://schemas.microsoft.com/office/drawing/2014/main" id="{2FA3D34C-3303-4CD0-A7DF-0B09327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24523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268BEC2F-719E-4720-B049-7391EE37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50238"/>
            <a:ext cx="552450" cy="2093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oldout-v-4-1">
            <a:extLst xmlns:a="http://schemas.openxmlformats.org/drawingml/2006/main">
              <a:ext uri="{FF2B5EF4-FFF2-40B4-BE49-F238E27FC236}">
                <a16:creationId xmlns:a16="http://schemas.microsoft.com/office/drawing/2014/main" id="{54342A4B-08FD-4245-B2D6-AAD0CED5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45438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8465D77F-922B-40EC-8E1F-E490E1B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35" name="acc-label">
            <a:extLst xmlns:a="http://schemas.openxmlformats.org/drawingml/2006/main">
              <a:ext uri="{FF2B5EF4-FFF2-40B4-BE49-F238E27FC236}">
                <a16:creationId xmlns:a16="http://schemas.microsoft.com/office/drawing/2014/main" id="{D7688109-D95F-4259-9DBB-09AE5A2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blue = accuracy</a:t>
            </a:r>
          </a:p>
        </p:txBody>
      </p:sp>
      <p:sp>
        <p:nvSpPr>
          <p:cNvPr id="36" name="gap-label">
            <a:extLst xmlns:a="http://schemas.openxmlformats.org/drawingml/2006/main">
              <a:ext uri="{FF2B5EF4-FFF2-40B4-BE49-F238E27FC236}">
                <a16:creationId xmlns:a16="http://schemas.microsoft.com/office/drawing/2014/main" id="{8421FF0F-3775-4F23-879A-9ACC0C3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09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orange = gap closed</a:t>
            </a:r>
          </a:p>
        </p:txBody>
      </p:sp>
    </p:spTree>
    <p:extLst>
      <p:ext uri="{BB962C8B-B14F-4D97-AF65-F5344CB8AC3E}">
        <p14:creationId xmlns:p14="http://schemas.microsoft.com/office/powerpoint/2010/main" val="1848270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E3A36A6-74A5-4DA6-AA36-03079D7D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A0F252C9-3482-41EB-AFB0-DF0B01B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9A6CE40-CB6A-478F-8C2E-18AA1E05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D8D45A-F174-4D3E-AE47-CD8CA634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4F131E-3068-4AD6-9D2B-FBD5577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848C841-ED35-454C-98BE-E537CE61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EF353D4C-E2FE-43DE-B51C-4EEDDFD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12268200" cy="5334000"/>
          </a:xfrm>
          <a:prstGeom xmlns:a="http://schemas.openxmlformats.org/drawingml/2006/main" prst="roundRect">
            <a:avLst>
              <a:gd name="adj" fmla="val 1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8" name="fi-label-0">
            <a:extLst xmlns:a="http://schemas.openxmlformats.org/drawingml/2006/main">
              <a:ext uri="{FF2B5EF4-FFF2-40B4-BE49-F238E27FC236}">
                <a16:creationId xmlns:a16="http://schemas.microsoft.com/office/drawing/2014/main" id="{AD86F51B-47DF-4AC4-8D5B-A44ECCBA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3B55A194-5BB7-418D-9D6C-851D2F4E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600780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-value-0">
            <a:extLst xmlns:a="http://schemas.openxmlformats.org/drawingml/2006/main">
              <a:ext uri="{FF2B5EF4-FFF2-40B4-BE49-F238E27FC236}">
                <a16:creationId xmlns:a16="http://schemas.microsoft.com/office/drawing/2014/main" id="{5186E11C-DC09-4F8A-82AD-1F9E600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00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0.262</a:t>
            </a:r>
          </a:p>
        </p:txBody>
      </p:sp>
      <p:sp>
        <p:nvSpPr>
          <p:cNvPr id="11" name="fi-label-1">
            <a:extLst xmlns:a="http://schemas.openxmlformats.org/drawingml/2006/main">
              <a:ext uri="{FF2B5EF4-FFF2-40B4-BE49-F238E27FC236}">
                <a16:creationId xmlns:a16="http://schemas.microsoft.com/office/drawing/2014/main" id="{B2FA862E-00BF-45A8-9162-F4EC691A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288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5B19A134-5C21-4947-A62E-BFCAD48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421922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-value-1">
            <a:extLst xmlns:a="http://schemas.openxmlformats.org/drawingml/2006/main">
              <a:ext uri="{FF2B5EF4-FFF2-40B4-BE49-F238E27FC236}">
                <a16:creationId xmlns:a16="http://schemas.microsoft.com/office/drawing/2014/main" id="{35404FD8-FB51-4716-83AF-AF02915C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28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0.184</a:t>
            </a:r>
          </a:p>
        </p:txBody>
      </p:sp>
      <p:sp>
        <p:nvSpPr>
          <p:cNvPr id="14" name="fi-label-2">
            <a:extLst xmlns:a="http://schemas.openxmlformats.org/drawingml/2006/main">
              <a:ext uri="{FF2B5EF4-FFF2-40B4-BE49-F238E27FC236}">
                <a16:creationId xmlns:a16="http://schemas.microsoft.com/office/drawing/2014/main" id="{E1AF9DCC-3727-47CE-8DD0-481CC78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926B8681-1254-4DEB-9FBC-B99AA961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18344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-value-2">
            <a:extLst xmlns:a="http://schemas.openxmlformats.org/drawingml/2006/main">
              <a:ext uri="{FF2B5EF4-FFF2-40B4-BE49-F238E27FC236}">
                <a16:creationId xmlns:a16="http://schemas.microsoft.com/office/drawing/2014/main" id="{9603AF60-D52B-4BE5-9E42-3B73920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0.080</a:t>
            </a:r>
          </a:p>
        </p:txBody>
      </p:sp>
      <p:sp>
        <p:nvSpPr>
          <p:cNvPr id="17" name="fi-label-3">
            <a:extLst xmlns:a="http://schemas.openxmlformats.org/drawingml/2006/main">
              <a:ext uri="{FF2B5EF4-FFF2-40B4-BE49-F238E27FC236}">
                <a16:creationId xmlns:a16="http://schemas.microsoft.com/office/drawing/2014/main" id="{6319A18E-09A3-4F62-8639-292D965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861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7584031D-70BE-4E31-8E1A-90EDB4E3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181151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-value-3">
            <a:extLst xmlns:a="http://schemas.openxmlformats.org/drawingml/2006/main">
              <a:ext uri="{FF2B5EF4-FFF2-40B4-BE49-F238E27FC236}">
                <a16:creationId xmlns:a16="http://schemas.microsoft.com/office/drawing/2014/main" id="{D662D949-C287-452E-93A3-6B4AC8F0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861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0.079</a:t>
            </a:r>
          </a:p>
        </p:txBody>
      </p:sp>
      <p:sp>
        <p:nvSpPr>
          <p:cNvPr id="20" name="fi-label-4">
            <a:extLst xmlns:a="http://schemas.openxmlformats.org/drawingml/2006/main">
              <a:ext uri="{FF2B5EF4-FFF2-40B4-BE49-F238E27FC236}">
                <a16:creationId xmlns:a16="http://schemas.microsoft.com/office/drawing/2014/main" id="{5964B159-42A3-485C-B0F0-4DBE203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D9C0265D-68B8-43F6-AF7A-28F2A269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62375"/>
            <a:ext cx="17197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-value-4">
            <a:extLst xmlns:a="http://schemas.openxmlformats.org/drawingml/2006/main">
              <a:ext uri="{FF2B5EF4-FFF2-40B4-BE49-F238E27FC236}">
                <a16:creationId xmlns:a16="http://schemas.microsoft.com/office/drawing/2014/main" id="{1BCABCE4-86AF-4A09-A2C7-3870D5FF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0.075</a:t>
            </a:r>
          </a:p>
        </p:txBody>
      </p:sp>
      <p:sp>
        <p:nvSpPr>
          <p:cNvPr id="23" name="fi-label-5">
            <a:extLst xmlns:a="http://schemas.openxmlformats.org/drawingml/2006/main">
              <a:ext uri="{FF2B5EF4-FFF2-40B4-BE49-F238E27FC236}">
                <a16:creationId xmlns:a16="http://schemas.microsoft.com/office/drawing/2014/main" id="{88B28033-E049-45C9-A014-820CA2AA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8D235B4C-4185-44E2-8D87-BE7CF074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1000"/>
            <a:ext cx="116945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i-value-5">
            <a:extLst xmlns:a="http://schemas.openxmlformats.org/drawingml/2006/main">
              <a:ext uri="{FF2B5EF4-FFF2-40B4-BE49-F238E27FC236}">
                <a16:creationId xmlns:a16="http://schemas.microsoft.com/office/drawing/2014/main" id="{E574A40B-3894-4391-A51C-93D47335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433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0.051</a:t>
            </a:r>
          </a:p>
        </p:txBody>
      </p:sp>
      <p:sp>
        <p:nvSpPr>
          <p:cNvPr id="26" name="fi-label-6">
            <a:extLst xmlns:a="http://schemas.openxmlformats.org/drawingml/2006/main">
              <a:ext uri="{FF2B5EF4-FFF2-40B4-BE49-F238E27FC236}">
                <a16:creationId xmlns:a16="http://schemas.microsoft.com/office/drawing/2014/main" id="{7201E182-4638-4797-B80B-98219CCA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175FA485-D15D-436A-830E-B936EFC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9625"/>
            <a:ext cx="9401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i-value-6">
            <a:extLst xmlns:a="http://schemas.openxmlformats.org/drawingml/2006/main">
              <a:ext uri="{FF2B5EF4-FFF2-40B4-BE49-F238E27FC236}">
                <a16:creationId xmlns:a16="http://schemas.microsoft.com/office/drawing/2014/main" id="{E4DB469A-DC58-4AC7-89D5-E6DD5FD4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29" name="fi-label-7">
            <a:extLst xmlns:a="http://schemas.openxmlformats.org/drawingml/2006/main">
              <a:ext uri="{FF2B5EF4-FFF2-40B4-BE49-F238E27FC236}">
                <a16:creationId xmlns:a16="http://schemas.microsoft.com/office/drawing/2014/main" id="{36BDF564-AD7C-4497-9AD2-A1960ACD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0F435332-5090-4046-89BB-EA844DB5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9401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i-value-7">
            <a:extLst xmlns:a="http://schemas.openxmlformats.org/drawingml/2006/main">
              <a:ext uri="{FF2B5EF4-FFF2-40B4-BE49-F238E27FC236}">
                <a16:creationId xmlns:a16="http://schemas.microsoft.com/office/drawing/2014/main" id="{55517CAE-8ED1-41B9-B71B-546546D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0006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32" name="fi-label-8">
            <a:extLst xmlns:a="http://schemas.openxmlformats.org/drawingml/2006/main">
              <a:ext uri="{FF2B5EF4-FFF2-40B4-BE49-F238E27FC236}">
                <a16:creationId xmlns:a16="http://schemas.microsoft.com/office/drawing/2014/main" id="{C6A77F6B-A6A8-49DB-AF4B-79220E2D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F9FD1E8C-8387-4F53-97D6-85EAF54E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76875"/>
            <a:ext cx="8942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-value-8">
            <a:extLst xmlns:a="http://schemas.openxmlformats.org/drawingml/2006/main">
              <a:ext uri="{FF2B5EF4-FFF2-40B4-BE49-F238E27FC236}">
                <a16:creationId xmlns:a16="http://schemas.microsoft.com/office/drawing/2014/main" id="{4F89C2AC-B100-45B0-B0CD-37DE517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0.039</a:t>
            </a:r>
          </a:p>
        </p:txBody>
      </p:sp>
      <p:sp>
        <p:nvSpPr>
          <p:cNvPr id="35" name="fi-label-9">
            <a:extLst xmlns:a="http://schemas.openxmlformats.org/drawingml/2006/main">
              <a:ext uri="{FF2B5EF4-FFF2-40B4-BE49-F238E27FC236}">
                <a16:creationId xmlns:a16="http://schemas.microsoft.com/office/drawing/2014/main" id="{3D6BB315-6514-4FF9-81A2-99461681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00334ECF-58E8-427A-BAA9-4F0D38DE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8025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-value-9">
            <a:extLst xmlns:a="http://schemas.openxmlformats.org/drawingml/2006/main">
              <a:ext uri="{FF2B5EF4-FFF2-40B4-BE49-F238E27FC236}">
                <a16:creationId xmlns:a16="http://schemas.microsoft.com/office/drawing/2014/main" id="{1F840246-EB92-4BBC-AD5E-ACB84635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57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0.035</a:t>
            </a:r>
          </a:p>
        </p:txBody>
      </p:sp>
    </p:spTree>
    <p:extLst>
      <p:ext uri="{BB962C8B-B14F-4D97-AF65-F5344CB8AC3E}">
        <p14:creationId xmlns:p14="http://schemas.microsoft.com/office/powerpoint/2010/main" val="11086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541352A5-3C25-4FA0-B075-494572D2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C409B26-EEBC-4FB7-84E7-ABDFF7E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7BD0CE4-587A-4376-B6C4-71DD20F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AACE4C-B3F1-40F4-991B-D55939F2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4CF372-2297-4EDE-908C-D57C018E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200045A-1DA9-4C3E-B246-D85DF13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16/28</a:t>
            </a:r>
          </a:p>
        </p:txBody>
      </p:sp>
      <p:sp>
        <p:nvSpPr>
          <p:cNvPr id="7" name="t1-box">
            <a:extLst xmlns:a="http://schemas.openxmlformats.org/drawingml/2006/main">
              <a:ext uri="{FF2B5EF4-FFF2-40B4-BE49-F238E27FC236}">
                <a16:creationId xmlns:a16="http://schemas.microsoft.com/office/drawing/2014/main" id="{3D0AFDAB-A187-4079-A6D4-DBB2789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8" name="t1-root">
            <a:extLst xmlns:a="http://schemas.openxmlformats.org/drawingml/2006/main">
              <a:ext uri="{FF2B5EF4-FFF2-40B4-BE49-F238E27FC236}">
                <a16:creationId xmlns:a16="http://schemas.microsoft.com/office/drawing/2014/main" id="{EC2E0E13-72B2-45D7-91E6-14ECB6EE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1-l">
            <a:extLst xmlns:a="http://schemas.openxmlformats.org/drawingml/2006/main">
              <a:ext uri="{FF2B5EF4-FFF2-40B4-BE49-F238E27FC236}">
                <a16:creationId xmlns:a16="http://schemas.microsoft.com/office/drawing/2014/main" id="{FD031A65-8873-4976-B3F0-97B2593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1-r">
            <a:extLst xmlns:a="http://schemas.openxmlformats.org/drawingml/2006/main">
              <a:ext uri="{FF2B5EF4-FFF2-40B4-BE49-F238E27FC236}">
                <a16:creationId xmlns:a16="http://schemas.microsoft.com/office/drawing/2014/main" id="{F472AA99-127E-45FA-AC82-A993B17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1-line-l">
            <a:extLst xmlns:a="http://schemas.openxmlformats.org/drawingml/2006/main">
              <a:ext uri="{FF2B5EF4-FFF2-40B4-BE49-F238E27FC236}">
                <a16:creationId xmlns:a16="http://schemas.microsoft.com/office/drawing/2014/main" id="{4A73D6D5-6E0D-44F7-9051-12CE785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-2381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2" name="t1-line-r">
            <a:extLst xmlns:a="http://schemas.openxmlformats.org/drawingml/2006/main">
              <a:ext uri="{FF2B5EF4-FFF2-40B4-BE49-F238E27FC236}">
                <a16:creationId xmlns:a16="http://schemas.microsoft.com/office/drawing/2014/main" id="{8F9839D6-2B3B-4295-9FAE-281C698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476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3" name="t2-box">
            <a:extLst xmlns:a="http://schemas.openxmlformats.org/drawingml/2006/main">
              <a:ext uri="{FF2B5EF4-FFF2-40B4-BE49-F238E27FC236}">
                <a16:creationId xmlns:a16="http://schemas.microsoft.com/office/drawing/2014/main" id="{93E520DB-B048-426B-BF56-0FE962D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4" name="t2-root">
            <a:extLst xmlns:a="http://schemas.openxmlformats.org/drawingml/2006/main">
              <a:ext uri="{FF2B5EF4-FFF2-40B4-BE49-F238E27FC236}">
                <a16:creationId xmlns:a16="http://schemas.microsoft.com/office/drawing/2014/main" id="{85836C02-D091-4C74-8FBF-A91747D1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2-l">
            <a:extLst xmlns:a="http://schemas.openxmlformats.org/drawingml/2006/main">
              <a:ext uri="{FF2B5EF4-FFF2-40B4-BE49-F238E27FC236}">
                <a16:creationId xmlns:a16="http://schemas.microsoft.com/office/drawing/2014/main" id="{4106BC84-9FF5-464F-AB01-E4FF31A5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2-r">
            <a:extLst xmlns:a="http://schemas.openxmlformats.org/drawingml/2006/main">
              <a:ext uri="{FF2B5EF4-FFF2-40B4-BE49-F238E27FC236}">
                <a16:creationId xmlns:a16="http://schemas.microsoft.com/office/drawing/2014/main" id="{DB1F2F9C-4691-4E63-8EEC-3519AD67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2-line-l">
            <a:extLst xmlns:a="http://schemas.openxmlformats.org/drawingml/2006/main">
              <a:ext uri="{FF2B5EF4-FFF2-40B4-BE49-F238E27FC236}">
                <a16:creationId xmlns:a16="http://schemas.microsoft.com/office/drawing/2014/main" id="{19D71CA7-4690-4FD2-9ECA-8CE73E2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09875"/>
            <a:ext cx="-2381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2-line-r">
            <a:extLst xmlns:a="http://schemas.openxmlformats.org/drawingml/2006/main">
              <a:ext uri="{FF2B5EF4-FFF2-40B4-BE49-F238E27FC236}">
                <a16:creationId xmlns:a16="http://schemas.microsoft.com/office/drawing/2014/main" id="{B4BCFAEC-DA5A-494A-ABE5-E1E1B122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09875"/>
            <a:ext cx="2476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3-box">
            <a:extLst xmlns:a="http://schemas.openxmlformats.org/drawingml/2006/main">
              <a:ext uri="{FF2B5EF4-FFF2-40B4-BE49-F238E27FC236}">
                <a16:creationId xmlns:a16="http://schemas.microsoft.com/office/drawing/2014/main" id="{B00F50EB-5840-4105-B631-E8D3BD36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20" name="t3-root">
            <a:extLst xmlns:a="http://schemas.openxmlformats.org/drawingml/2006/main">
              <a:ext uri="{FF2B5EF4-FFF2-40B4-BE49-F238E27FC236}">
                <a16:creationId xmlns:a16="http://schemas.microsoft.com/office/drawing/2014/main" id="{30EC2623-3821-483A-8A05-145138DE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3-l">
            <a:extLst xmlns:a="http://schemas.openxmlformats.org/drawingml/2006/main">
              <a:ext uri="{FF2B5EF4-FFF2-40B4-BE49-F238E27FC236}">
                <a16:creationId xmlns:a16="http://schemas.microsoft.com/office/drawing/2014/main" id="{7A60E96F-9A81-44F9-A09A-7B07089E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3-r">
            <a:extLst xmlns:a="http://schemas.openxmlformats.org/drawingml/2006/main">
              <a:ext uri="{FF2B5EF4-FFF2-40B4-BE49-F238E27FC236}">
                <a16:creationId xmlns:a16="http://schemas.microsoft.com/office/drawing/2014/main" id="{A7764E41-6E09-4142-B519-2D5F30B3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3-line-l">
            <a:extLst xmlns:a="http://schemas.openxmlformats.org/drawingml/2006/main">
              <a:ext uri="{FF2B5EF4-FFF2-40B4-BE49-F238E27FC236}">
                <a16:creationId xmlns:a16="http://schemas.microsoft.com/office/drawing/2014/main" id="{84501FB6-23AB-46F1-9506-FE8CB89D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-2381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3-line-r">
            <a:extLst xmlns:a="http://schemas.openxmlformats.org/drawingml/2006/main">
              <a:ext uri="{FF2B5EF4-FFF2-40B4-BE49-F238E27FC236}">
                <a16:creationId xmlns:a16="http://schemas.microsoft.com/office/drawing/2014/main" id="{7E6C8A41-2C38-4411-82C3-568CAF2C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2476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5" name="param-0">
            <a:extLst xmlns:a="http://schemas.openxmlformats.org/drawingml/2006/main">
              <a:ext uri="{FF2B5EF4-FFF2-40B4-BE49-F238E27FC236}">
                <a16:creationId xmlns:a16="http://schemas.microsoft.com/office/drawing/2014/main" id="{4D118F4A-F65D-4A10-A53E-48D1BC9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26" name="param-text-0">
            <a:extLst xmlns:a="http://schemas.openxmlformats.org/drawingml/2006/main">
              <a:ext uri="{FF2B5EF4-FFF2-40B4-BE49-F238E27FC236}">
                <a16:creationId xmlns:a16="http://schemas.microsoft.com/office/drawing/2014/main" id="{0FA3AC13-758A-46DC-9D00-D3087F5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Learning rate: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0.05</a:t>
            </a:r>
          </a:p>
        </p:txBody>
      </p:sp>
      <p:sp>
        <p:nvSpPr>
          <p:cNvPr id="27" name="param-1">
            <a:extLst xmlns:a="http://schemas.openxmlformats.org/drawingml/2006/main">
              <a:ext uri="{FF2B5EF4-FFF2-40B4-BE49-F238E27FC236}">
                <a16:creationId xmlns:a16="http://schemas.microsoft.com/office/drawing/2014/main" id="{B40B562A-85BB-4D25-ADE8-FE1A90D2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28" name="param-text-1">
            <a:extLst xmlns:a="http://schemas.openxmlformats.org/drawingml/2006/main">
              <a:ext uri="{FF2B5EF4-FFF2-40B4-BE49-F238E27FC236}">
                <a16:creationId xmlns:a16="http://schemas.microsoft.com/office/drawing/2014/main" id="{605D8AEC-BD0B-4A0C-BF37-2CF91D8D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337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Tree depth: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9" name="param-2">
            <a:extLst xmlns:a="http://schemas.openxmlformats.org/drawingml/2006/main">
              <a:ext uri="{FF2B5EF4-FFF2-40B4-BE49-F238E27FC236}">
                <a16:creationId xmlns:a16="http://schemas.microsoft.com/office/drawing/2014/main" id="{5FE3A6A1-A91E-4312-9329-2E067D3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30" name="param-text-2">
            <a:extLst xmlns:a="http://schemas.openxmlformats.org/drawingml/2006/main">
              <a:ext uri="{FF2B5EF4-FFF2-40B4-BE49-F238E27FC236}">
                <a16:creationId xmlns:a16="http://schemas.microsoft.com/office/drawing/2014/main" id="{4A96D2F4-61E7-48C7-92D1-D37117C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Number of trees: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31" name="param-3">
            <a:extLst xmlns:a="http://schemas.openxmlformats.org/drawingml/2006/main">
              <a:ext uri="{FF2B5EF4-FFF2-40B4-BE49-F238E27FC236}">
                <a16:creationId xmlns:a16="http://schemas.microsoft.com/office/drawing/2014/main" id="{0F2048A9-A1DB-47CF-A14F-16B40C17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32" name="param-text-3">
            <a:extLst xmlns:a="http://schemas.openxmlformats.org/drawingml/2006/main">
              <a:ext uri="{FF2B5EF4-FFF2-40B4-BE49-F238E27FC236}">
                <a16:creationId xmlns:a16="http://schemas.microsoft.com/office/drawing/2014/main" id="{C960A5EF-BF25-45BE-8004-7869347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383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Row sample: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3" name="param-4">
            <a:extLst xmlns:a="http://schemas.openxmlformats.org/drawingml/2006/main">
              <a:ext uri="{FF2B5EF4-FFF2-40B4-BE49-F238E27FC236}">
                <a16:creationId xmlns:a16="http://schemas.microsoft.com/office/drawing/2014/main" id="{899A66EB-B46A-4B6E-BC6E-8639A1C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34" name="param-text-4">
            <a:extLst xmlns:a="http://schemas.openxmlformats.org/drawingml/2006/main">
              <a:ext uri="{FF2B5EF4-FFF2-40B4-BE49-F238E27FC236}">
                <a16:creationId xmlns:a16="http://schemas.microsoft.com/office/drawing/2014/main" id="{F65A5EDA-BC5D-4C50-9691-66AEC84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337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Feature sample: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5" name="param-5">
            <a:extLst xmlns:a="http://schemas.openxmlformats.org/drawingml/2006/main">
              <a:ext uri="{FF2B5EF4-FFF2-40B4-BE49-F238E27FC236}">
                <a16:creationId xmlns:a16="http://schemas.microsoft.com/office/drawing/2014/main" id="{503F1D9E-6749-46CE-BDE8-FA96B2E2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36" name="param-text-5">
            <a:extLst xmlns:a="http://schemas.openxmlformats.org/drawingml/2006/main">
              <a:ext uri="{FF2B5EF4-FFF2-40B4-BE49-F238E27FC236}">
                <a16:creationId xmlns:a16="http://schemas.microsoft.com/office/drawing/2014/main" id="{5527673D-AA1A-4A40-A056-99E3EFA2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291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Regularisation: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L1 / L2</a:t>
            </a:r>
          </a:p>
        </p:txBody>
      </p:sp>
      <p:sp>
        <p:nvSpPr>
          <p:cNvPr id="37" name="trees-label">
            <a:extLst xmlns:a="http://schemas.openxmlformats.org/drawingml/2006/main">
              <a:ext uri="{FF2B5EF4-FFF2-40B4-BE49-F238E27FC236}">
                <a16:creationId xmlns:a16="http://schemas.microsoft.com/office/drawing/2014/main" id="{9C007D80-03E3-42A9-8E63-16CA544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boosted tree ensemble</a:t>
            </a:r>
          </a:p>
        </p:txBody>
      </p:sp>
    </p:spTree>
    <p:extLst>
      <p:ext uri="{BB962C8B-B14F-4D97-AF65-F5344CB8AC3E}">
        <p14:creationId xmlns:p14="http://schemas.microsoft.com/office/powerpoint/2010/main" val="1114776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03288AE-7D7B-46C6-94B2-0E3308EE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2CD745D-B3A1-4B66-9AC8-47F9CD36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D1C0A1A-876A-4A2F-9F87-2F6B237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6C68D2-47FD-46DC-8168-211E65D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F3BB5F5-4365-4D06-8E37-326DDE69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7315102-F53A-4CD8-A030-A4631262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24/28</a:t>
            </a:r>
          </a:p>
        </p:txBody>
      </p:sp>
      <p:sp>
        <p:nvSpPr>
          <p:cNvPr id="7" name="search">
            <a:extLst xmlns:a="http://schemas.openxmlformats.org/drawingml/2006/main">
              <a:ext uri="{FF2B5EF4-FFF2-40B4-BE49-F238E27FC236}">
                <a16:creationId xmlns:a16="http://schemas.microsoft.com/office/drawing/2014/main" id="{6A8FE6C7-7EFF-4784-8684-B83F5550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66850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Optuna searched: </a:t>
            </a:r>
            <a:r>
              <a:rPr sz="187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tree count, tree depth, learning rate, row/feature sampling, and regularisation</a:t>
            </a:r>
          </a:p>
        </p:txBody>
      </p:sp>
      <p:sp>
        <p:nvSpPr>
          <p:cNvPr id="8" name="search-rule">
            <a:extLst xmlns:a="http://schemas.openxmlformats.org/drawingml/2006/main">
              <a:ext uri="{FF2B5EF4-FFF2-40B4-BE49-F238E27FC236}">
                <a16:creationId xmlns:a16="http://schemas.microsoft.com/office/drawing/2014/main" id="{F7EFC8E6-1480-4B35-85CE-FDB47E0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EDF4"/>
            </a:solidFill>
            <a:prstDash val="solid"/>
          </a:ln>
        </p:spPr>
      </p:sp>
      <p:sp>
        <p:nvSpPr>
          <p:cNvPr id="9" name="h-0">
            <a:extLst xmlns:a="http://schemas.openxmlformats.org/drawingml/2006/main">
              <a:ext uri="{FF2B5EF4-FFF2-40B4-BE49-F238E27FC236}">
                <a16:creationId xmlns:a16="http://schemas.microsoft.com/office/drawing/2014/main" id="{7AAE3059-07B1-4BD2-B6E3-01A37EB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  <p:sp>
        <p:nvSpPr>
          <p:cNvPr id="10" name="h-1">
            <a:extLst xmlns:a="http://schemas.openxmlformats.org/drawingml/2006/main">
              <a:ext uri="{FF2B5EF4-FFF2-40B4-BE49-F238E27FC236}">
                <a16:creationId xmlns:a16="http://schemas.microsoft.com/office/drawing/2014/main" id="{0EF4834A-91A7-4023-AA7E-DB95ADFE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Before</a:t>
            </a:r>
          </a:p>
        </p:txBody>
      </p:sp>
      <p:sp>
        <p:nvSpPr>
          <p:cNvPr id="11" name="h-2">
            <a:extLst xmlns:a="http://schemas.openxmlformats.org/drawingml/2006/main">
              <a:ext uri="{FF2B5EF4-FFF2-40B4-BE49-F238E27FC236}">
                <a16:creationId xmlns:a16="http://schemas.microsoft.com/office/drawing/2014/main" id="{262FC5AD-A542-47CE-8C79-C6744BFE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After Optuna</a:t>
            </a:r>
          </a:p>
        </p:txBody>
      </p:sp>
      <p:sp>
        <p:nvSpPr>
          <p:cNvPr id="12" name="h-3">
            <a:extLst xmlns:a="http://schemas.openxmlformats.org/drawingml/2006/main">
              <a:ext uri="{FF2B5EF4-FFF2-40B4-BE49-F238E27FC236}">
                <a16:creationId xmlns:a16="http://schemas.microsoft.com/office/drawing/2014/main" id="{B9BDF90A-D75F-4D94-89DF-EF40CF9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44536A"/>
                </a:solidFill>
                <a:latin typeface="Times New Roman"/>
                <a:ea typeface="Times New Roman"/>
                <a:cs typeface="Times New Roman"/>
              </a:rPr>
              <a:t>Change</a:t>
            </a:r>
          </a:p>
        </p:txBody>
      </p:sp>
      <p:sp>
        <p:nvSpPr>
          <p:cNvPr id="13" name="head-line">
            <a:extLst xmlns:a="http://schemas.openxmlformats.org/drawingml/2006/main">
              <a:ext uri="{FF2B5EF4-FFF2-40B4-BE49-F238E27FC236}">
                <a16:creationId xmlns:a16="http://schemas.microsoft.com/office/drawing/2014/main" id="{96942549-E5F3-4535-9743-97028F5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289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14" name="m-0">
            <a:extLst xmlns:a="http://schemas.openxmlformats.org/drawingml/2006/main">
              <a:ext uri="{FF2B5EF4-FFF2-40B4-BE49-F238E27FC236}">
                <a16:creationId xmlns:a16="http://schemas.microsoft.com/office/drawing/2014/main" id="{6CAFC149-312D-4EFC-A465-A45DC8B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14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F1 avg test accuracy</a:t>
            </a:r>
          </a:p>
        </p:txBody>
      </p:sp>
      <p:sp>
        <p:nvSpPr>
          <p:cNvPr id="15" name="b-0">
            <a:extLst xmlns:a="http://schemas.openxmlformats.org/drawingml/2006/main">
              <a:ext uri="{FF2B5EF4-FFF2-40B4-BE49-F238E27FC236}">
                <a16:creationId xmlns:a16="http://schemas.microsoft.com/office/drawing/2014/main" id="{2E3B8EFC-A1CB-4397-BAF6-FD6A98E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14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46.0%</a:t>
            </a:r>
          </a:p>
        </p:txBody>
      </p:sp>
      <p:sp>
        <p:nvSpPr>
          <p:cNvPr id="16" name="a-0">
            <a:extLst xmlns:a="http://schemas.openxmlformats.org/drawingml/2006/main">
              <a:ext uri="{FF2B5EF4-FFF2-40B4-BE49-F238E27FC236}">
                <a16:creationId xmlns:a16="http://schemas.microsoft.com/office/drawing/2014/main" id="{D8291D14-8BC1-4ADC-8742-534108DC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53.6%</a:t>
            </a:r>
          </a:p>
        </p:txBody>
      </p:sp>
      <p:sp>
        <p:nvSpPr>
          <p:cNvPr id="17" name="c-0">
            <a:extLst xmlns:a="http://schemas.openxmlformats.org/drawingml/2006/main">
              <a:ext uri="{FF2B5EF4-FFF2-40B4-BE49-F238E27FC236}">
                <a16:creationId xmlns:a16="http://schemas.microsoft.com/office/drawing/2014/main" id="{8B18FF10-C8A7-4A5D-9773-E64F038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146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+7.6</a:t>
            </a:r>
          </a:p>
        </p:txBody>
      </p:sp>
      <p:sp>
        <p:nvSpPr>
          <p:cNvPr id="18" name="row-line-0">
            <a:extLst xmlns:a="http://schemas.openxmlformats.org/drawingml/2006/main">
              <a:ext uri="{FF2B5EF4-FFF2-40B4-BE49-F238E27FC236}">
                <a16:creationId xmlns:a16="http://schemas.microsoft.com/office/drawing/2014/main" id="{8C8E307C-AD1F-4EA9-A2B8-2CA433C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9" name="m-1">
            <a:extLst xmlns:a="http://schemas.openxmlformats.org/drawingml/2006/main">
              <a:ext uri="{FF2B5EF4-FFF2-40B4-BE49-F238E27FC236}">
                <a16:creationId xmlns:a16="http://schemas.microsoft.com/office/drawing/2014/main" id="{D6312CDB-4899-46F2-89EC-E85EC42C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F1 avg balanced accuracy</a:t>
            </a:r>
          </a:p>
        </p:txBody>
      </p:sp>
      <p:sp>
        <p:nvSpPr>
          <p:cNvPr id="20" name="b-1">
            <a:extLst xmlns:a="http://schemas.openxmlformats.org/drawingml/2006/main">
              <a:ext uri="{FF2B5EF4-FFF2-40B4-BE49-F238E27FC236}">
                <a16:creationId xmlns:a16="http://schemas.microsoft.com/office/drawing/2014/main" id="{3B574FDE-47FE-45A1-875A-E659310D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48.2%</a:t>
            </a:r>
          </a:p>
        </p:txBody>
      </p:sp>
      <p:sp>
        <p:nvSpPr>
          <p:cNvPr id="21" name="a-1">
            <a:extLst xmlns:a="http://schemas.openxmlformats.org/drawingml/2006/main">
              <a:ext uri="{FF2B5EF4-FFF2-40B4-BE49-F238E27FC236}">
                <a16:creationId xmlns:a16="http://schemas.microsoft.com/office/drawing/2014/main" id="{6A9A9C52-B48F-499B-83CE-A45B7811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81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49.8%</a:t>
            </a:r>
          </a:p>
        </p:txBody>
      </p:sp>
      <p:sp>
        <p:nvSpPr>
          <p:cNvPr id="22" name="c-1">
            <a:extLst xmlns:a="http://schemas.openxmlformats.org/drawingml/2006/main">
              <a:ext uri="{FF2B5EF4-FFF2-40B4-BE49-F238E27FC236}">
                <a16:creationId xmlns:a16="http://schemas.microsoft.com/office/drawing/2014/main" id="{F6494646-4E87-4623-8E13-7CA2FF49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+1.6</a:t>
            </a:r>
          </a:p>
        </p:txBody>
      </p:sp>
      <p:sp>
        <p:nvSpPr>
          <p:cNvPr id="23" name="row-line-1">
            <a:extLst xmlns:a="http://schemas.openxmlformats.org/drawingml/2006/main">
              <a:ext uri="{FF2B5EF4-FFF2-40B4-BE49-F238E27FC236}">
                <a16:creationId xmlns:a16="http://schemas.microsoft.com/office/drawing/2014/main" id="{9B2BB796-E742-4635-997C-3270EB2C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4" name="m-2">
            <a:extLst xmlns:a="http://schemas.openxmlformats.org/drawingml/2006/main">
              <a:ext uri="{FF2B5EF4-FFF2-40B4-BE49-F238E27FC236}">
                <a16:creationId xmlns:a16="http://schemas.microsoft.com/office/drawing/2014/main" id="{037F11D5-78F2-4650-B7E3-8DF0DCB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481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DRS test accuracy</a:t>
            </a:r>
          </a:p>
        </p:txBody>
      </p:sp>
      <p:sp>
        <p:nvSpPr>
          <p:cNvPr id="25" name="b-2">
            <a:extLst xmlns:a="http://schemas.openxmlformats.org/drawingml/2006/main">
              <a:ext uri="{FF2B5EF4-FFF2-40B4-BE49-F238E27FC236}">
                <a16:creationId xmlns:a16="http://schemas.microsoft.com/office/drawing/2014/main" id="{FFBD4032-1F25-4C46-9D6C-8ED6065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48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55.0%</a:t>
            </a:r>
          </a:p>
        </p:txBody>
      </p:sp>
      <p:sp>
        <p:nvSpPr>
          <p:cNvPr id="26" name="a-2">
            <a:extLst xmlns:a="http://schemas.openxmlformats.org/drawingml/2006/main">
              <a:ext uri="{FF2B5EF4-FFF2-40B4-BE49-F238E27FC236}">
                <a16:creationId xmlns:a16="http://schemas.microsoft.com/office/drawing/2014/main" id="{15B163B3-825F-4B87-B926-6FFAD1F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481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76.4%</a:t>
            </a:r>
          </a:p>
        </p:txBody>
      </p:sp>
      <p:sp>
        <p:nvSpPr>
          <p:cNvPr id="27" name="c-2">
            <a:extLst xmlns:a="http://schemas.openxmlformats.org/drawingml/2006/main">
              <a:ext uri="{FF2B5EF4-FFF2-40B4-BE49-F238E27FC236}">
                <a16:creationId xmlns:a16="http://schemas.microsoft.com/office/drawing/2014/main" id="{9C3BD0C1-1ECB-4374-A4B1-ADAB3031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+21.4</a:t>
            </a:r>
          </a:p>
        </p:txBody>
      </p:sp>
      <p:sp>
        <p:nvSpPr>
          <p:cNvPr id="28" name="row-line-2">
            <a:extLst xmlns:a="http://schemas.openxmlformats.org/drawingml/2006/main">
              <a:ext uri="{FF2B5EF4-FFF2-40B4-BE49-F238E27FC236}">
                <a16:creationId xmlns:a16="http://schemas.microsoft.com/office/drawing/2014/main" id="{64E404EE-6240-460D-85D8-141FFF70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9" name="m-3">
            <a:extLst xmlns:a="http://schemas.openxmlformats.org/drawingml/2006/main">
              <a:ext uri="{FF2B5EF4-FFF2-40B4-BE49-F238E27FC236}">
                <a16:creationId xmlns:a16="http://schemas.microsoft.com/office/drawing/2014/main" id="{B5DF7509-759A-4142-BF0F-D414516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149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Throttle balanced accuracy</a:t>
            </a:r>
          </a:p>
        </p:txBody>
      </p:sp>
      <p:sp>
        <p:nvSpPr>
          <p:cNvPr id="30" name="b-3">
            <a:extLst xmlns:a="http://schemas.openxmlformats.org/drawingml/2006/main">
              <a:ext uri="{FF2B5EF4-FFF2-40B4-BE49-F238E27FC236}">
                <a16:creationId xmlns:a16="http://schemas.microsoft.com/office/drawing/2014/main" id="{54AB21E6-D779-485A-8D3E-6BD5D87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14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24.0%</a:t>
            </a:r>
          </a:p>
        </p:txBody>
      </p:sp>
      <p:sp>
        <p:nvSpPr>
          <p:cNvPr id="31" name="a-3">
            <a:extLst xmlns:a="http://schemas.openxmlformats.org/drawingml/2006/main">
              <a:ext uri="{FF2B5EF4-FFF2-40B4-BE49-F238E27FC236}">
                <a16:creationId xmlns:a16="http://schemas.microsoft.com/office/drawing/2014/main" id="{3C938E87-B1F6-498A-B5C3-2F32198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14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47.1%</a:t>
            </a:r>
          </a:p>
        </p:txBody>
      </p:sp>
      <p:sp>
        <p:nvSpPr>
          <p:cNvPr id="32" name="c-3">
            <a:extLst xmlns:a="http://schemas.openxmlformats.org/drawingml/2006/main">
              <a:ext uri="{FF2B5EF4-FFF2-40B4-BE49-F238E27FC236}">
                <a16:creationId xmlns:a16="http://schemas.microsoft.com/office/drawing/2014/main" id="{51E33818-5692-465B-B5E2-096CCB70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114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+23.1</a:t>
            </a:r>
          </a:p>
        </p:txBody>
      </p:sp>
      <p:sp>
        <p:nvSpPr>
          <p:cNvPr id="33" name="row-line-3">
            <a:extLst xmlns:a="http://schemas.openxmlformats.org/drawingml/2006/main">
              <a:ext uri="{FF2B5EF4-FFF2-40B4-BE49-F238E27FC236}">
                <a16:creationId xmlns:a16="http://schemas.microsoft.com/office/drawing/2014/main" id="{114F4A08-44A5-421F-9EF9-D5CF12E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34" name="m-4">
            <a:extLst xmlns:a="http://schemas.openxmlformats.org/drawingml/2006/main">
              <a:ext uri="{FF2B5EF4-FFF2-40B4-BE49-F238E27FC236}">
                <a16:creationId xmlns:a16="http://schemas.microsoft.com/office/drawing/2014/main" id="{FCE0C2D7-3D87-4114-B976-274E42E6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81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RPM test accuracy</a:t>
            </a:r>
          </a:p>
        </p:txBody>
      </p:sp>
      <p:sp>
        <p:nvSpPr>
          <p:cNvPr id="35" name="b-4">
            <a:extLst xmlns:a="http://schemas.openxmlformats.org/drawingml/2006/main">
              <a:ext uri="{FF2B5EF4-FFF2-40B4-BE49-F238E27FC236}">
                <a16:creationId xmlns:a16="http://schemas.microsoft.com/office/drawing/2014/main" id="{47EC4A2C-CC1B-4807-9E66-3B0550DC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81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32.9%</a:t>
            </a:r>
          </a:p>
        </p:txBody>
      </p:sp>
      <p:sp>
        <p:nvSpPr>
          <p:cNvPr id="36" name="a-4">
            <a:extLst xmlns:a="http://schemas.openxmlformats.org/drawingml/2006/main">
              <a:ext uri="{FF2B5EF4-FFF2-40B4-BE49-F238E27FC236}">
                <a16:creationId xmlns:a16="http://schemas.microsoft.com/office/drawing/2014/main" id="{6652CA0F-5C53-4315-A9CF-54FF408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781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44.0%</a:t>
            </a:r>
          </a:p>
        </p:txBody>
      </p:sp>
      <p:sp>
        <p:nvSpPr>
          <p:cNvPr id="37" name="c-4">
            <a:extLst xmlns:a="http://schemas.openxmlformats.org/drawingml/2006/main">
              <a:ext uri="{FF2B5EF4-FFF2-40B4-BE49-F238E27FC236}">
                <a16:creationId xmlns:a16="http://schemas.microsoft.com/office/drawing/2014/main" id="{97B9E5A2-A879-491B-A995-028014F9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7816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+11.1</a:t>
            </a:r>
          </a:p>
        </p:txBody>
      </p:sp>
      <p:sp>
        <p:nvSpPr>
          <p:cNvPr id="38" name="row-line-4">
            <a:extLst xmlns:a="http://schemas.openxmlformats.org/drawingml/2006/main">
              <a:ext uri="{FF2B5EF4-FFF2-40B4-BE49-F238E27FC236}">
                <a16:creationId xmlns:a16="http://schemas.microsoft.com/office/drawing/2014/main" id="{46FFE36E-5DC0-436B-A071-FA80EF7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9536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A9B02F2-5FAC-4D72-AF86-66799B1D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435D0A7-F67E-405A-B213-BB59E14E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AF74EB0-D589-4EDA-9822-E93F04E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344FDD-AB0C-4E67-AA58-358FDE5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AAE552-F400-47C6-85AC-22F9C11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5A96A72-87CD-4382-9C5D-3E0D678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25/28</a:t>
            </a:r>
          </a:p>
        </p:txBody>
      </p:sp>
      <p:sp>
        <p:nvSpPr>
          <p:cNvPr id="7" name="n-0">
            <a:extLst xmlns:a="http://schemas.openxmlformats.org/drawingml/2006/main">
              <a:ext uri="{FF2B5EF4-FFF2-40B4-BE49-F238E27FC236}">
                <a16:creationId xmlns:a16="http://schemas.microsoft.com/office/drawing/2014/main" id="{F62233BD-B75C-45AB-9EBF-17FFD45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row-0">
            <a:extLst xmlns:a="http://schemas.openxmlformats.org/drawingml/2006/main">
              <a:ext uri="{FF2B5EF4-FFF2-40B4-BE49-F238E27FC236}">
                <a16:creationId xmlns:a16="http://schemas.microsoft.com/office/drawing/2014/main" id="{D168305A-6473-4378-8B8F-E6AA08F0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097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Database query engines: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choose sorting method for ORDER BY, joins, grouping, and index builds</a:t>
            </a:r>
          </a:p>
        </p:txBody>
      </p:sp>
      <p:sp>
        <p:nvSpPr>
          <p:cNvPr id="9" name="row-line-0">
            <a:extLst xmlns:a="http://schemas.openxmlformats.org/drawingml/2006/main">
              <a:ext uri="{FF2B5EF4-FFF2-40B4-BE49-F238E27FC236}">
                <a16:creationId xmlns:a16="http://schemas.microsoft.com/office/drawing/2014/main" id="{79474523-9D09-47A5-9649-FDCDB7E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C263DEC6-44DF-47B5-B5D4-98DE07C1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0455C11C-CD64-4498-929B-4386211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ETL and analytics pipelines: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choose sorting method for IDs, timestamps, prices, partitions, and batches</a:t>
            </a:r>
          </a:p>
        </p:txBody>
      </p:sp>
      <p:sp>
        <p:nvSpPr>
          <p:cNvPr id="12" name="row-line-1">
            <a:extLst xmlns:a="http://schemas.openxmlformats.org/drawingml/2006/main">
              <a:ext uri="{FF2B5EF4-FFF2-40B4-BE49-F238E27FC236}">
                <a16:creationId xmlns:a16="http://schemas.microsoft.com/office/drawing/2014/main" id="{387B5C48-3552-4DFA-9152-CD39C99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3" name="n-2">
            <a:extLst xmlns:a="http://schemas.openxmlformats.org/drawingml/2006/main">
              <a:ext uri="{FF2B5EF4-FFF2-40B4-BE49-F238E27FC236}">
                <a16:creationId xmlns:a16="http://schemas.microsoft.com/office/drawing/2014/main" id="{347D8D54-D80D-4FE3-817F-2D3A208A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500E7E8A-E5F3-4107-ADF7-D8946B4D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Search and ranking systems: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choose sorting method for candidate scores before top-k output</a:t>
            </a:r>
          </a:p>
        </p:txBody>
      </p:sp>
      <p:sp>
        <p:nvSpPr>
          <p:cNvPr id="15" name="row-line-2">
            <a:extLst xmlns:a="http://schemas.openxmlformats.org/drawingml/2006/main">
              <a:ext uri="{FF2B5EF4-FFF2-40B4-BE49-F238E27FC236}">
                <a16:creationId xmlns:a16="http://schemas.microsoft.com/office/drawing/2014/main" id="{1F1B1A3D-23AD-40D6-9304-10E3B477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6" name="n-3">
            <a:extLst xmlns:a="http://schemas.openxmlformats.org/drawingml/2006/main">
              <a:ext uri="{FF2B5EF4-FFF2-40B4-BE49-F238E27FC236}">
                <a16:creationId xmlns:a16="http://schemas.microsoft.com/office/drawing/2014/main" id="{D8652B81-4FA7-406D-A5F1-57A0B22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row-3">
            <a:extLst xmlns:a="http://schemas.openxmlformats.org/drawingml/2006/main">
              <a:ext uri="{FF2B5EF4-FFF2-40B4-BE49-F238E27FC236}">
                <a16:creationId xmlns:a16="http://schemas.microsoft.com/office/drawing/2014/main" id="{AF9B02F3-6350-4B19-BD37-59E7CDA4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Financial time-series processing: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choose sorting method for rolling windows, events, prices, and order-book values</a:t>
            </a:r>
          </a:p>
        </p:txBody>
      </p:sp>
      <p:sp>
        <p:nvSpPr>
          <p:cNvPr id="18" name="row-line-3">
            <a:extLst xmlns:a="http://schemas.openxmlformats.org/drawingml/2006/main">
              <a:ext uri="{FF2B5EF4-FFF2-40B4-BE49-F238E27FC236}">
                <a16:creationId xmlns:a16="http://schemas.microsoft.com/office/drawing/2014/main" id="{3A04278C-4CB1-4497-A2B2-FFB64564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9" name="n-4">
            <a:extLst xmlns:a="http://schemas.openxmlformats.org/drawingml/2006/main">
              <a:ext uri="{FF2B5EF4-FFF2-40B4-BE49-F238E27FC236}">
                <a16:creationId xmlns:a16="http://schemas.microsoft.com/office/drawing/2014/main" id="{32BB681F-6D50-4DF6-B970-7D53AAF8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row-4">
            <a:extLst xmlns:a="http://schemas.openxmlformats.org/drawingml/2006/main">
              <a:ext uri="{FF2B5EF4-FFF2-40B4-BE49-F238E27FC236}">
                <a16:creationId xmlns:a16="http://schemas.microsoft.com/office/drawing/2014/main" id="{A0F268DC-D667-48CE-B40F-DDB6DE6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911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Scientific and telemetry processing: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choose sorting method for sensor traces, physics logs, weather data, and F1 telemetry</a:t>
            </a:r>
          </a:p>
        </p:txBody>
      </p:sp>
      <p:sp>
        <p:nvSpPr>
          <p:cNvPr id="21" name="row-line-4">
            <a:extLst xmlns:a="http://schemas.openxmlformats.org/drawingml/2006/main">
              <a:ext uri="{FF2B5EF4-FFF2-40B4-BE49-F238E27FC236}">
                <a16:creationId xmlns:a16="http://schemas.microsoft.com/office/drawing/2014/main" id="{9D05ADA0-7E18-42FC-AFAF-5D14B78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2" name="n-5">
            <a:extLst xmlns:a="http://schemas.openxmlformats.org/drawingml/2006/main">
              <a:ext uri="{FF2B5EF4-FFF2-40B4-BE49-F238E27FC236}">
                <a16:creationId xmlns:a16="http://schemas.microsoft.com/office/drawing/2014/main" id="{C06D33CB-7AC4-40D3-B17A-0E04F792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05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row-5">
            <a:extLst xmlns:a="http://schemas.openxmlformats.org/drawingml/2006/main">
              <a:ext uri="{FF2B5EF4-FFF2-40B4-BE49-F238E27FC236}">
                <a16:creationId xmlns:a16="http://schemas.microsoft.com/office/drawing/2014/main" id="{CBB6DA8C-2619-4EA1-85A4-F8A065C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864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Selector action: </a:t>
            </a: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extract features first, predict fastest algorithm, choose Introsort / Heapsort / Timsort</a:t>
            </a:r>
          </a:p>
        </p:txBody>
      </p:sp>
      <p:sp>
        <p:nvSpPr>
          <p:cNvPr id="24" name="row-line-5">
            <a:extLst xmlns:a="http://schemas.openxmlformats.org/drawingml/2006/main">
              <a:ext uri="{FF2B5EF4-FFF2-40B4-BE49-F238E27FC236}">
                <a16:creationId xmlns:a16="http://schemas.microsoft.com/office/drawing/2014/main" id="{FB95688B-2B8B-4D17-A7A2-46EB02B6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865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4107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2026-07-06T09:07:38.7330000Z</dcterms:created>
  <dcterms:modified xsi:type="dcterms:W3CDTF">2026-07-06T09:07:38.7330000Z</dcterms:modified>
</coreProperties>
</file>