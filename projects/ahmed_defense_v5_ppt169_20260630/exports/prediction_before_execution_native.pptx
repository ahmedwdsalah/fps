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made before any candidate algorithm is executed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8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4709160" cy="3337560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828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Allowed before sorting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2728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O(n) structural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2728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order, runs, repetition, dispersion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2728" y="342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robust scale and distribution signals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2728" y="3931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introsort, heapsort, or timsort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1600200"/>
            <a:ext cx="4709160" cy="3337560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828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allowed at prediction time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30568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Introsort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30568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Heapsort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30568" y="342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Timsort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0568" y="3931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after seeing all measured times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06440" y="3246120"/>
            <a:ext cx="502920" cy="0"/>
          </a:xfrm>
          <a:prstGeom prst="line">
            <a:avLst/>
          </a:prstGeom>
          <a:noFill/>
          <a:ln w="31750">
            <a:solidFill>
              <a:srgbClr val="F4511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057400" y="5440680"/>
            <a:ext cx="8092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57784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uses measured runtimes; prediction does not.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84864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before execution</dc:title>
  <dc:subject>Prediction before execution standalone slide</dc:subject>
  <dc:creator>Ahmed Salah</dc:creator>
  <cp:lastModifiedBy>Ahmed Salah</cp:lastModifiedBy>
  <cp:revision>1</cp:revision>
  <dcterms:created xsi:type="dcterms:W3CDTF">2026-07-06T19:28:52Z</dcterms:created>
  <dcterms:modified xsi:type="dcterms:W3CDTF">2026-07-06T19:28:52Z</dcterms:modified>
</cp:coreProperties>
</file>