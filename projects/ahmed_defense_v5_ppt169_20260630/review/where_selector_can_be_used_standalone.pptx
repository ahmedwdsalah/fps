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51ac08771f45b9" /><Relationship Type="http://schemas.openxmlformats.org/officeDocument/2006/relationships/extended-properties" Target="/docProps/app.xml" Id="R7c9518e80d1d49ee" /><Relationship Type="http://schemas.openxmlformats.org/officeDocument/2006/relationships/officeDocument" Target="/ppt/presentation.xml" Id="R909b61b7faef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5125cdb414eae"/>
  </p:sldMasterIdLst>
  <p:notesMasterIdLst>
    <p:notesMasterId xmlns:r="http://schemas.openxmlformats.org/officeDocument/2006/relationships" r:id="R88229aff5d564663"/>
  </p:notesMasterIdLst>
  <p:sldIdLst>
    <p:sldId xmlns:r="http://schemas.openxmlformats.org/officeDocument/2006/relationships" id="256" r:id="R868ca7bda558439a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c29076e2e41db" /><Relationship Type="http://schemas.openxmlformats.org/officeDocument/2006/relationships/slideMaster" Target="/ppt/slideMasters/slideMaster1.xml" Id="Rb8f5125cdb414eae" /><Relationship Type="http://schemas.openxmlformats.org/officeDocument/2006/relationships/notesMaster" Target="/ppt/notesMasters/notesMaster1.xml" Id="R88229aff5d564663" /><Relationship Type="http://schemas.openxmlformats.org/officeDocument/2006/relationships/presProps" Target="/ppt/presProps.xml" Id="Rfeb506073d804906" /><Relationship Type="http://schemas.openxmlformats.org/officeDocument/2006/relationships/tableStyles" Target="/ppt/tableStyles.xml" Id="R2c1c4bf33fef4ab3" /><Relationship Type="http://schemas.openxmlformats.org/officeDocument/2006/relationships/slide" Target="/ppt/slides/slide1.xml" Id="R868ca7bda55843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09253601b6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4a261be5af43ef" /><Relationship Type="http://schemas.openxmlformats.org/officeDocument/2006/relationships/notesMaster" Target="/ppt/notesMasters/notesMaster1.xml" Id="R0e241ec2ee3c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d9023a87e4e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adc97b1fb9466a" /><Relationship Type="http://schemas.openxmlformats.org/officeDocument/2006/relationships/slideLayout" Target="/ppt/slideLayouts/slideLayout1.xml" Id="R469ac454df574e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9ac454df574e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0f168a65f46e6" /><Relationship Type="http://schemas.openxmlformats.org/officeDocument/2006/relationships/notesSlide" Target="/ppt/notesSlides/notesSlide1.xml" Id="R9078122b265245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-strip">
            <a:extLst xmlns:a="http://schemas.openxmlformats.org/drawingml/2006/main">
              <a:ext uri="{FF2B5EF4-FFF2-40B4-BE49-F238E27FC236}">
                <a16:creationId xmlns:a16="http://schemas.microsoft.com/office/drawing/2014/main" id="{F2532AC6-3362-4A41-B2AF-86D1B04E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solidFill>
              <a:srgbClr val="8F1D3A"/>
            </a:solidFill>
            <a:prstDash val="solid"/>
          </a:ln>
        </p:spPr>
      </p:sp>
      <p:sp>
        <p:nvSpPr>
          <p:cNvPr id="2" name="top-orange-strip">
            <a:extLst xmlns:a="http://schemas.openxmlformats.org/drawingml/2006/main">
              <a:ext uri="{FF2B5EF4-FFF2-40B4-BE49-F238E27FC236}">
                <a16:creationId xmlns:a16="http://schemas.microsoft.com/office/drawing/2014/main" id="{8E0E505E-A951-46A8-877C-51C6487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"/>
            <a:ext cx="14630400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solidFill>
              <a:srgbClr val="F4511E"/>
            </a:solidFill>
            <a:prstDash val="solid"/>
          </a:ln>
        </p:spPr>
      </p:sp>
      <p:sp>
        <p:nvSpPr>
          <p:cNvPr id="3" name="bottom-maroon-strip">
            <a:extLst xmlns:a="http://schemas.openxmlformats.org/drawingml/2006/main">
              <a:ext uri="{FF2B5EF4-FFF2-40B4-BE49-F238E27FC236}">
                <a16:creationId xmlns:a16="http://schemas.microsoft.com/office/drawing/2014/main" id="{9C948F70-1BCD-413F-BD1F-942DAFB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solidFill>
              <a:srgbClr val="8F1D3A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FB9F0C-C61C-438D-9223-896EB03B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662940"/>
            <a:ext cx="99441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60" b="1">
                <a:solidFill>
                  <a:srgbClr val="171717"/>
                </a:solidFill>
              </a:defRPr>
            </a:pPr>
            <a:r>
              <a:rPr sz="3060" b="1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90154A-AA92-4F0B-AA3F-36E5D6B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1348740"/>
            <a:ext cx="122758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rgbClr val="D7DEE8"/>
            </a:solidFill>
            <a:prstDash val="solid"/>
          </a:ln>
        </p:spPr>
      </p:sp>
      <p:sp>
        <p:nvSpPr>
          <p:cNvPr id="6" name="row-1-number">
            <a:extLst xmlns:a="http://schemas.openxmlformats.org/drawingml/2006/main">
              <a:ext uri="{FF2B5EF4-FFF2-40B4-BE49-F238E27FC236}">
                <a16:creationId xmlns:a16="http://schemas.microsoft.com/office/drawing/2014/main" id="{E5AA0A92-2401-4BB3-A51D-8C6A0C5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1680210"/>
            <a:ext cx="5257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7" name="row-1-text">
            <a:extLst xmlns:a="http://schemas.openxmlformats.org/drawingml/2006/main">
              <a:ext uri="{FF2B5EF4-FFF2-40B4-BE49-F238E27FC236}">
                <a16:creationId xmlns:a16="http://schemas.microsoft.com/office/drawing/2014/main" id="{426B3FF6-8920-4D5D-A9A4-9E7976A9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668780"/>
            <a:ext cx="1124712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Database query engines: </a:t>
            </a:r>
            <a:r>
              <a:rPr>
                <a:solidFill>
                  <a:srgbClr val="F4511E"/>
                </a:solidFill>
              </a:rPr>
              <a:t>choose sorting method for ORDER BY, joins, grouping, and index builds</a:t>
            </a:r>
          </a:p>
        </p:txBody>
      </p:sp>
      <p:sp>
        <p:nvSpPr>
          <p:cNvPr id="8" name="row-1-rule">
            <a:extLst xmlns:a="http://schemas.openxmlformats.org/drawingml/2006/main">
              <a:ext uri="{FF2B5EF4-FFF2-40B4-BE49-F238E27FC236}">
                <a16:creationId xmlns:a16="http://schemas.microsoft.com/office/drawing/2014/main" id="{4391F32C-5FE2-44F8-8E30-D1F66477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42316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D7DEE8"/>
            </a:solidFill>
            <a:prstDash val="solid"/>
          </a:ln>
        </p:spPr>
      </p:sp>
      <p:sp>
        <p:nvSpPr>
          <p:cNvPr id="9" name="row-2-number">
            <a:extLst xmlns:a="http://schemas.openxmlformats.org/drawingml/2006/main">
              <a:ext uri="{FF2B5EF4-FFF2-40B4-BE49-F238E27FC236}">
                <a16:creationId xmlns:a16="http://schemas.microsoft.com/office/drawing/2014/main" id="{EC7E1D5B-BEC9-4C43-974D-3FD90CD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2617470"/>
            <a:ext cx="5257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0" name="row-2-text">
            <a:extLst xmlns:a="http://schemas.openxmlformats.org/drawingml/2006/main">
              <a:ext uri="{FF2B5EF4-FFF2-40B4-BE49-F238E27FC236}">
                <a16:creationId xmlns:a16="http://schemas.microsoft.com/office/drawing/2014/main" id="{A1B2DE01-9DAC-4782-A901-28F51AE3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06040"/>
            <a:ext cx="1124712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ETL and analytics pipelines: </a:t>
            </a:r>
            <a:r>
              <a:rPr>
                <a:solidFill>
                  <a:srgbClr val="F4511E"/>
                </a:solidFill>
              </a:rPr>
              <a:t>choose sorting method for IDs, timestamps, prices, partitions, and batches</a:t>
            </a:r>
          </a:p>
        </p:txBody>
      </p:sp>
      <p:sp>
        <p:nvSpPr>
          <p:cNvPr id="11" name="row-2-rule">
            <a:extLst xmlns:a="http://schemas.openxmlformats.org/drawingml/2006/main">
              <a:ext uri="{FF2B5EF4-FFF2-40B4-BE49-F238E27FC236}">
                <a16:creationId xmlns:a16="http://schemas.microsoft.com/office/drawing/2014/main" id="{C2156787-639C-4281-A758-80232B64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36042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D7DEE8"/>
            </a:solidFill>
            <a:prstDash val="solid"/>
          </a:ln>
        </p:spPr>
      </p:sp>
      <p:sp>
        <p:nvSpPr>
          <p:cNvPr id="12" name="row-3-number">
            <a:extLst xmlns:a="http://schemas.openxmlformats.org/drawingml/2006/main">
              <a:ext uri="{FF2B5EF4-FFF2-40B4-BE49-F238E27FC236}">
                <a16:creationId xmlns:a16="http://schemas.microsoft.com/office/drawing/2014/main" id="{817C5832-B4DD-4F5E-8911-446DAC4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3554730"/>
            <a:ext cx="5257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3" name="row-3-text">
            <a:extLst xmlns:a="http://schemas.openxmlformats.org/drawingml/2006/main">
              <a:ext uri="{FF2B5EF4-FFF2-40B4-BE49-F238E27FC236}">
                <a16:creationId xmlns:a16="http://schemas.microsoft.com/office/drawing/2014/main" id="{4CC0D73C-0141-41AF-BBAA-ABA6275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543300"/>
            <a:ext cx="1124712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and ranking systems: </a:t>
            </a:r>
            <a:r>
              <a:rPr>
                <a:solidFill>
                  <a:srgbClr val="F4511E"/>
                </a:solidFill>
              </a:rPr>
              <a:t>choose sorting method for candidate scores before top-k output</a:t>
            </a:r>
          </a:p>
        </p:txBody>
      </p:sp>
      <p:sp>
        <p:nvSpPr>
          <p:cNvPr id="14" name="row-3-rule">
            <a:extLst xmlns:a="http://schemas.openxmlformats.org/drawingml/2006/main">
              <a:ext uri="{FF2B5EF4-FFF2-40B4-BE49-F238E27FC236}">
                <a16:creationId xmlns:a16="http://schemas.microsoft.com/office/drawing/2014/main" id="{D766A5BD-E21A-4D60-9964-89438744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297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D7DEE8"/>
            </a:solidFill>
            <a:prstDash val="solid"/>
          </a:ln>
        </p:spPr>
      </p:sp>
      <p:sp>
        <p:nvSpPr>
          <p:cNvPr id="15" name="row-4-number">
            <a:extLst xmlns:a="http://schemas.openxmlformats.org/drawingml/2006/main">
              <a:ext uri="{FF2B5EF4-FFF2-40B4-BE49-F238E27FC236}">
                <a16:creationId xmlns:a16="http://schemas.microsoft.com/office/drawing/2014/main" id="{01D5CF18-E186-441C-9192-A5A1FB6A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4491990"/>
            <a:ext cx="5257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6" name="row-4-text">
            <a:extLst xmlns:a="http://schemas.openxmlformats.org/drawingml/2006/main">
              <a:ext uri="{FF2B5EF4-FFF2-40B4-BE49-F238E27FC236}">
                <a16:creationId xmlns:a16="http://schemas.microsoft.com/office/drawing/2014/main" id="{B38F8995-020D-414C-A139-4F005D35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480560"/>
            <a:ext cx="1124712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Financial time-series processing: </a:t>
            </a:r>
            <a:r>
              <a:rPr>
                <a:solidFill>
                  <a:srgbClr val="F4511E"/>
                </a:solidFill>
              </a:rPr>
              <a:t>choose sorting method for rolling windows, events, prices, and order-book values</a:t>
            </a:r>
          </a:p>
        </p:txBody>
      </p:sp>
      <p:sp>
        <p:nvSpPr>
          <p:cNvPr id="17" name="row-4-rule">
            <a:extLst xmlns:a="http://schemas.openxmlformats.org/drawingml/2006/main">
              <a:ext uri="{FF2B5EF4-FFF2-40B4-BE49-F238E27FC236}">
                <a16:creationId xmlns:a16="http://schemas.microsoft.com/office/drawing/2014/main" id="{B779C614-6918-49BB-BB0B-D798EFCF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23494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D7DEE8"/>
            </a:solidFill>
            <a:prstDash val="solid"/>
          </a:ln>
        </p:spPr>
      </p:sp>
      <p:sp>
        <p:nvSpPr>
          <p:cNvPr id="18" name="row-5-number">
            <a:extLst xmlns:a="http://schemas.openxmlformats.org/drawingml/2006/main">
              <a:ext uri="{FF2B5EF4-FFF2-40B4-BE49-F238E27FC236}">
                <a16:creationId xmlns:a16="http://schemas.microsoft.com/office/drawing/2014/main" id="{877BC577-5121-492B-A235-D1090CF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5429250"/>
            <a:ext cx="5257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19" name="row-5-text">
            <a:extLst xmlns:a="http://schemas.openxmlformats.org/drawingml/2006/main">
              <a:ext uri="{FF2B5EF4-FFF2-40B4-BE49-F238E27FC236}">
                <a16:creationId xmlns:a16="http://schemas.microsoft.com/office/drawing/2014/main" id="{BEA957D7-A523-45D2-B45B-F99FCAC9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417820"/>
            <a:ext cx="1124712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Scientific and telemetry processing: </a:t>
            </a:r>
            <a:r>
              <a:rPr>
                <a:solidFill>
                  <a:srgbClr val="F4511E"/>
                </a:solidFill>
              </a:rPr>
              <a:t>choose sorting method for sensor traces, physics logs, weather data, and F1 telemetry</a:t>
            </a:r>
          </a:p>
        </p:txBody>
      </p:sp>
      <p:sp>
        <p:nvSpPr>
          <p:cNvPr id="20" name="row-5-rule">
            <a:extLst xmlns:a="http://schemas.openxmlformats.org/drawingml/2006/main">
              <a:ext uri="{FF2B5EF4-FFF2-40B4-BE49-F238E27FC236}">
                <a16:creationId xmlns:a16="http://schemas.microsoft.com/office/drawing/2014/main" id="{CCE22D55-CEBE-4B9A-BEDB-FDE816CB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17220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D7DEE8"/>
            </a:solidFill>
            <a:prstDash val="solid"/>
          </a:ln>
        </p:spPr>
      </p:sp>
      <p:sp>
        <p:nvSpPr>
          <p:cNvPr id="21" name="row-6-number">
            <a:extLst xmlns:a="http://schemas.openxmlformats.org/drawingml/2006/main">
              <a:ext uri="{FF2B5EF4-FFF2-40B4-BE49-F238E27FC236}">
                <a16:creationId xmlns:a16="http://schemas.microsoft.com/office/drawing/2014/main" id="{2A7EA335-4944-4FD1-B4C5-5BB03D1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6366510"/>
            <a:ext cx="52578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2" name="row-6-text">
            <a:extLst xmlns:a="http://schemas.openxmlformats.org/drawingml/2006/main">
              <a:ext uri="{FF2B5EF4-FFF2-40B4-BE49-F238E27FC236}">
                <a16:creationId xmlns:a16="http://schemas.microsoft.com/office/drawing/2014/main" id="{0D4C8BA1-B05E-43FD-B3A6-98877663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355080"/>
            <a:ext cx="1124712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Selector action: </a:t>
            </a:r>
            <a:r>
              <a:rPr>
                <a:solidFill>
                  <a:srgbClr val="F4511E"/>
                </a:solidFill>
              </a:rPr>
              <a:t>extract features first, predict fastest algorithm, choose Introsort / Heapsort / Timsort</a:t>
            </a:r>
          </a:p>
        </p:txBody>
      </p:sp>
      <p:sp>
        <p:nvSpPr>
          <p:cNvPr id="23" name="row-6-rule">
            <a:extLst xmlns:a="http://schemas.openxmlformats.org/drawingml/2006/main">
              <a:ext uri="{FF2B5EF4-FFF2-40B4-BE49-F238E27FC236}">
                <a16:creationId xmlns:a16="http://schemas.microsoft.com/office/drawing/2014/main" id="{F46B016C-775A-4636-B33B-F814979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710946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D7DEE8"/>
            </a:solidFill>
            <a:prstDash val="solid"/>
          </a:ln>
        </p:spPr>
      </p:sp>
      <p:sp>
        <p:nvSpPr>
          <p:cNvPr id="2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60858CB-F0FE-487B-85D2-49E7255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2386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25/28</a:t>
            </a:r>
          </a:p>
        </p:txBody>
      </p:sp>
    </p:spTree>
    <p:extLst>
      <p:ext uri="{BB962C8B-B14F-4D97-AF65-F5344CB8AC3E}">
        <p14:creationId xmlns:p14="http://schemas.microsoft.com/office/powerpoint/2010/main" val="1446004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2026-07-05T21:31:47.5860000Z</dcterms:created>
  <dcterms:modified xsi:type="dcterms:W3CDTF">2026-07-05T21:31:47.5860000Z</dcterms:modified>
</coreProperties>
</file>