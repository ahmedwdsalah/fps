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F1 New Direction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All numbers and figures loaded from repository results 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Tested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Flag-aware routing: one model per channel</a:t>
            </a:r>
          </a:p>
          <a:p>
            <a:pPr>
              <a:defRPr sz="2400"/>
            </a:pPr>
            <a:r>
              <a:t>Dynamic class sets per channel (no impossible forced classes)</a:t>
            </a:r>
          </a:p>
          <a:p>
            <a:pPr>
              <a:defRPr sz="2400"/>
            </a:pPr>
            <a:r>
              <a:t>Strict protocol: split first, train on train only, test on untouched split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Strict Input /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Input dataset rows: total=783, train=548, test=235</a:t>
            </a:r>
          </a:p>
          <a:p>
            <a:pPr>
              <a:defRPr sz="2400"/>
            </a:pPr>
            <a:r>
              <a:t>Input features: array-structure features from training CSV</a:t>
            </a:r>
          </a:p>
          <a:p>
            <a:pPr>
              <a:defRPr sz="2400"/>
            </a:pPr>
            <a:r>
              <a:t>Output: one predicted best algorithm per test row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v5 Metrics (Repo Figure)</a:t>
            </a:r>
          </a:p>
        </p:txBody>
      </p:sp>
      <p:pic>
        <p:nvPicPr>
          <p:cNvPr id="3" name="Picture 2" descr="02_v5_accurac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7498079" cy="44563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v5 test accuracy=0.7608</a:t>
            </a:r>
          </a:p>
          <a:p>
            <a:pPr>
              <a:defRPr sz="1800"/>
            </a:pPr>
            <a:r>
              <a:t>v5 test balanced_accuracy=0.7012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v5 Regret Figure (Repo Figure)</a:t>
            </a:r>
          </a:p>
        </p:txBody>
      </p:sp>
      <p:pic>
        <p:nvPicPr>
          <p:cNvPr id="3" name="Picture 2" descr="05_regre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7498079" cy="53385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Figure source: results/thesis_figures/05_regret_analysis.png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Direction Metrics (Strict)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Routed: acc=0.489, bal_acc=0.494</a:t>
            </a:r>
          </a:p>
          <a:p>
            <a:pPr>
              <a:defRPr sz="2400"/>
            </a:pPr>
            <a:r>
              <a:t>Channel_SBS: acc=0.289, bal_acc=0.290</a:t>
            </a:r>
          </a:p>
          <a:p>
            <a:pPr>
              <a:defRPr sz="2400"/>
            </a:pPr>
            <a:r>
              <a:t>Global_SBS: acc=0.255, bal_acc=0.200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Recorded Run (Non-Strict)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Router eval file: results/f1_9_channel_models_dynamic_v2/router_eval.json</a:t>
            </a:r>
          </a:p>
          <a:p>
            <a:pPr>
              <a:defRPr sz="2400"/>
            </a:pPr>
            <a:r>
              <a:t>Routed: acc=0.860, bal_acc=0.860</a:t>
            </a:r>
          </a:p>
          <a:p>
            <a:pPr>
              <a:defRPr sz="2400"/>
            </a:pPr>
            <a:r>
              <a:t>Used as reference only; strict score is decision metric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Optuna By-Channel Figure (Repo Figure)</a:t>
            </a:r>
          </a:p>
        </p:txBody>
      </p:sp>
      <p:pic>
        <p:nvPicPr>
          <p:cNvPr id="3" name="Picture 2" descr="00_balanced_accuracy_by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7498079" cy="34082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Figure source: results/f1_9_channel_models_optuna/figures/00_balanced_accuracy_by_channel.png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From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Dynamic routing beats naive baselines in strict setup</a:t>
            </a:r>
          </a:p>
          <a:p>
            <a:pPr>
              <a:defRPr sz="2400"/>
            </a:pPr>
            <a:r>
              <a:t>Current strict score remains moderate; data retention is bottleneck</a:t>
            </a:r>
          </a:p>
          <a:p>
            <a:pPr>
              <a:defRPr sz="2400"/>
            </a:pPr>
            <a:r>
              <a:t>Recommendation: keep v5 as main baseline, keep new direction as extension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