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F1 New Direction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Method, evidence, results, decision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Flow</a:t>
            </a:r>
          </a:p>
        </p:txBody>
      </p:sp>
      <p:pic>
        <p:nvPicPr>
          <p:cNvPr id="3" name="Picture 2" descr="03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863840" cy="27220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Input: numeric array + channel context</a:t>
            </a:r>
          </a:p>
          <a:p>
            <a:pPr>
              <a:defRPr sz="1600"/>
            </a:pPr>
            <a:r>
              <a:t>Output: one best sorting algorithm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Was Tested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Channel-aware routing with dynamic class sets</a:t>
            </a:r>
          </a:p>
          <a:p>
            <a:pPr>
              <a:defRPr sz="1900"/>
            </a:pPr>
            <a:r>
              <a:t>Strict protocol: split first, train on train only, evaluate on untouched test</a:t>
            </a:r>
          </a:p>
          <a:p>
            <a:pPr>
              <a:defRPr sz="1900"/>
            </a:pPr>
            <a:r>
              <a:t>Comparison against two baselines: channel-majority and global-majority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Strong Baseline Context (v5)</a:t>
            </a:r>
          </a:p>
        </p:txBody>
      </p:sp>
      <p:pic>
        <p:nvPicPr>
          <p:cNvPr id="3" name="Picture 2" descr="02_v5_accurac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863840" cy="46737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v5 test accuracy=0.7608</a:t>
            </a:r>
          </a:p>
          <a:p>
            <a:pPr>
              <a:defRPr sz="1600"/>
            </a:pPr>
            <a:r>
              <a:t>v5 test balanced accuracy=0.7012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Strict New-Direction Results</a:t>
            </a:r>
          </a:p>
        </p:txBody>
      </p:sp>
      <p:pic>
        <p:nvPicPr>
          <p:cNvPr id="3" name="Picture 2" descr="01_strict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863840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Routed: acc=0.489, bal_acc=0.494</a:t>
            </a:r>
          </a:p>
          <a:p>
            <a:pPr>
              <a:defRPr sz="1600"/>
            </a:pPr>
            <a:r>
              <a:t>Channel baseline: acc=0.289, bal_acc=0.290</a:t>
            </a:r>
          </a:p>
          <a:p>
            <a:pPr>
              <a:defRPr sz="1600"/>
            </a:pPr>
            <a:r>
              <a:t>Global baseline: acc=0.255, bal_acc=0.200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Optuna Tuning Summary</a:t>
            </a:r>
          </a:p>
        </p:txBody>
      </p:sp>
      <p:pic>
        <p:nvPicPr>
          <p:cNvPr id="3" name="Picture 2" descr="00_balanced_accuracy_by_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863840" cy="35744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48640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Mean tuned test accuracy across channels=0.536</a:t>
            </a:r>
          </a:p>
          <a:p>
            <a:pPr>
              <a:defRPr sz="1600"/>
            </a:pPr>
            <a:r>
              <a:t>Mean tuned test balanced accuracy across channels=0.498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New direction is valid: routed model beats both naive baselines</a:t>
            </a:r>
          </a:p>
          <a:p>
            <a:pPr>
              <a:defRPr sz="2000"/>
            </a:pPr>
            <a:r>
              <a:t>Current gain is moderate, not a v5-level breakthrough</a:t>
            </a:r>
          </a:p>
          <a:p>
            <a:pPr>
              <a:defRPr sz="2000"/>
            </a:pPr>
            <a:r>
              <a:t>Main bottleneck is data retention after filtering/balancing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for 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Keep v5 as main baseline/result</a:t>
            </a:r>
          </a:p>
          <a:p>
            <a:pPr>
              <a:defRPr sz="2000"/>
            </a:pPr>
            <a:r>
              <a:t>Keep new direction as exploratory extension with strict evidence</a:t>
            </a:r>
          </a:p>
          <a:p>
            <a:pPr>
              <a:defRPr sz="2000"/>
            </a:pPr>
            <a:r>
              <a:t>Scale this branch only with a stronger data-construction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