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 snapToObjects="1">
      <p:cViewPr varScale="1">
        <p:scale>
          <a:sx n="92" d="100"/>
          <a:sy n="92" d="100"/>
        </p:scale>
        <p:origin x="184" y="1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2860" y="685800"/>
            <a:ext cx="4389120" cy="5440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/>
            </a:pPr>
            <a:r>
              <a:t>initial global model:</a:t>
            </a:r>
          </a:p>
          <a:p>
            <a:pPr>
              <a:defRPr sz="2000"/>
            </a:pPr>
            <a:r>
              <a:t>- introsort</a:t>
            </a:r>
          </a:p>
          <a:p>
            <a:pPr>
              <a:defRPr sz="2000"/>
            </a:pPr>
            <a:r>
              <a:t>- heapsort</a:t>
            </a:r>
          </a:p>
          <a:p>
            <a:pPr>
              <a:defRPr sz="2000"/>
            </a:pPr>
            <a:r>
              <a:t>- timsort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77740" y="685800"/>
            <a:ext cx="4389120" cy="5440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/>
            </a:pPr>
            <a:r>
              <a:t>feature-flag model:</a:t>
            </a:r>
          </a:p>
          <a:p>
            <a:pPr>
              <a:defRPr sz="2000"/>
            </a:pPr>
            <a:r>
              <a:t>- quick_sort</a:t>
            </a:r>
          </a:p>
          <a:p>
            <a:pPr>
              <a:defRPr sz="2000"/>
            </a:pPr>
            <a:r>
              <a:t>- introsort</a:t>
            </a:r>
          </a:p>
          <a:p>
            <a:pPr>
              <a:defRPr sz="2000"/>
            </a:pPr>
            <a:r>
              <a:t>- merge_sort</a:t>
            </a:r>
          </a:p>
          <a:p>
            <a:pPr>
              <a:defRPr sz="2000"/>
            </a:pPr>
            <a:r>
              <a:t>- heap_sort</a:t>
            </a:r>
          </a:p>
          <a:p>
            <a:pPr>
              <a:defRPr sz="2000"/>
            </a:pPr>
            <a:r>
              <a:t>- shell_sort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0085" y="752302"/>
            <a:ext cx="4389120" cy="5440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/>
            </a:pPr>
            <a:r>
              <a:rPr dirty="0"/>
              <a:t>model input:</a:t>
            </a:r>
          </a:p>
          <a:p>
            <a:pPr>
              <a:defRPr sz="1600"/>
            </a:pPr>
            <a:r>
              <a:rPr dirty="0"/>
              <a:t>- numeric array</a:t>
            </a:r>
          </a:p>
          <a:p>
            <a:pPr>
              <a:defRPr sz="1600"/>
            </a:pPr>
            <a:r>
              <a:rPr dirty="0"/>
              <a:t>- feature flag</a:t>
            </a:r>
          </a:p>
          <a:p>
            <a:pPr>
              <a:defRPr sz="1600"/>
            </a:pPr>
            <a:endParaRPr dirty="0"/>
          </a:p>
          <a:p>
            <a:pPr>
              <a:defRPr sz="2300"/>
            </a:pPr>
            <a:r>
              <a:rPr dirty="0"/>
              <a:t>example:</a:t>
            </a:r>
          </a:p>
          <a:p>
            <a:pPr>
              <a:defRPr sz="1600"/>
            </a:pPr>
            <a:r>
              <a:rPr dirty="0"/>
              <a:t>- array: [0.0, 0.0, 3.0, 11.0, 17.0, ...]</a:t>
            </a:r>
          </a:p>
          <a:p>
            <a:pPr>
              <a:defRPr sz="1600"/>
            </a:pPr>
            <a:r>
              <a:rPr dirty="0"/>
              <a:t>- flag: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77740" y="685800"/>
            <a:ext cx="4389120" cy="5440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/>
            </a:pPr>
            <a:r>
              <a:t>what model sees:</a:t>
            </a:r>
          </a:p>
          <a:p>
            <a:pPr>
              <a:defRPr sz="1300"/>
            </a:pPr>
            <a:r>
              <a:t>- length_norm</a:t>
            </a:r>
          </a:p>
          <a:p>
            <a:pPr>
              <a:defRPr sz="1300"/>
            </a:pPr>
            <a:r>
              <a:t>- adj_sorted_ratio</a:t>
            </a:r>
          </a:p>
          <a:p>
            <a:pPr>
              <a:defRPr sz="1300"/>
            </a:pPr>
            <a:r>
              <a:t>- duplicate_ratio</a:t>
            </a:r>
          </a:p>
          <a:p>
            <a:pPr>
              <a:defRPr sz="1300"/>
            </a:pPr>
            <a:r>
              <a:t>- dispersion_ratio</a:t>
            </a:r>
          </a:p>
          <a:p>
            <a:pPr>
              <a:defRPr sz="1300"/>
            </a:pPr>
            <a:r>
              <a:t>- runs_ratio</a:t>
            </a:r>
          </a:p>
          <a:p>
            <a:pPr>
              <a:defRPr sz="1300"/>
            </a:pPr>
            <a:r>
              <a:t>- inversion_ratio</a:t>
            </a:r>
          </a:p>
          <a:p>
            <a:pPr>
              <a:defRPr sz="1300"/>
            </a:pPr>
            <a:r>
              <a:t>- entropy_ratio</a:t>
            </a:r>
          </a:p>
          <a:p>
            <a:pPr>
              <a:defRPr sz="1300"/>
            </a:pPr>
            <a:r>
              <a:t>- skewness_t</a:t>
            </a:r>
          </a:p>
          <a:p>
            <a:pPr>
              <a:defRPr sz="1300"/>
            </a:pPr>
            <a:r>
              <a:t>- kurtosis_excess_t</a:t>
            </a:r>
          </a:p>
          <a:p>
            <a:pPr>
              <a:defRPr sz="1300"/>
            </a:pPr>
            <a:r>
              <a:t>- longest_run_ratio</a:t>
            </a:r>
          </a:p>
          <a:p>
            <a:pPr>
              <a:defRPr sz="1300"/>
            </a:pPr>
            <a:r>
              <a:t>- iqr_norm</a:t>
            </a:r>
          </a:p>
          <a:p>
            <a:pPr>
              <a:defRPr sz="1300"/>
            </a:pPr>
            <a:r>
              <a:t>- mad_norm</a:t>
            </a:r>
          </a:p>
          <a:p>
            <a:pPr>
              <a:defRPr sz="1300"/>
            </a:pPr>
            <a:r>
              <a:t>- top1_freq_ratio</a:t>
            </a:r>
          </a:p>
          <a:p>
            <a:pPr>
              <a:defRPr sz="1300"/>
            </a:pPr>
            <a:r>
              <a:t>- top5_freq_ratio</a:t>
            </a:r>
          </a:p>
          <a:p>
            <a:pPr>
              <a:defRPr sz="1300"/>
            </a:pPr>
            <a:r>
              <a:t>- outlier_ratio</a:t>
            </a:r>
          </a:p>
          <a:p>
            <a:pPr>
              <a:defRPr sz="1300"/>
            </a:pPr>
            <a:r>
              <a:t>- mean_abs_diff_norm</a:t>
            </a:r>
          </a:p>
          <a:p>
            <a:pPr>
              <a:defRPr sz="1300"/>
            </a:pPr>
            <a:r>
              <a:t>- n_elements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</Words>
  <Application>Microsoft Macintosh PowerPoint</Application>
  <PresentationFormat>On-screen Show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Salah Abdalhi</cp:lastModifiedBy>
  <cp:revision>2</cp:revision>
  <dcterms:created xsi:type="dcterms:W3CDTF">2013-01-27T09:14:16Z</dcterms:created>
  <dcterms:modified xsi:type="dcterms:W3CDTF">2026-05-11T12:15:44Z</dcterms:modified>
  <cp:category/>
</cp:coreProperties>
</file>