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F1 New Direction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status for advisor meeting</a:t>
            </a:r>
          </a:p>
          <a:p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(New Direction)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 data flag/context (channel) for algorithm selection</a:t>
            </a:r>
          </a:p>
          <a:p>
            <a:pPr>
              <a:defRPr sz="2400"/>
            </a:pPr>
            <a:r>
              <a:t>Train one model per channel</a:t>
            </a:r>
          </a:p>
          <a:p>
            <a:pPr>
              <a:defRPr sz="2400"/>
            </a:pPr>
            <a:r>
              <a:t>Predict one best algorithm per input array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Input: numeric array + channel flag (Speed/RPM/DRS/...)</a:t>
            </a:r>
          </a:p>
          <a:p>
            <a:pPr>
              <a:defRPr sz="2400"/>
            </a:pPr>
            <a:r>
              <a:t>Features extracted from array structure</a:t>
            </a:r>
          </a:p>
          <a:p>
            <a:pPr>
              <a:defRPr sz="2400"/>
            </a:pPr>
            <a:r>
              <a:t>Output: one best sorting algorithm label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Dynamic per-channel class training (no forced impossible classes)</a:t>
            </a:r>
          </a:p>
          <a:p>
            <a:pPr>
              <a:defRPr sz="2400"/>
            </a:pPr>
            <a:r>
              <a:t>Strict evaluation pipeline (split first, then train, then test)</a:t>
            </a:r>
          </a:p>
          <a:p>
            <a:pPr>
              <a:defRPr sz="2400"/>
            </a:pPr>
            <a:r>
              <a:t>Router evaluation with 3 metrics: routed / channel_sbs / global_sbs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Strict Results (Main Run)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Routed: acc=0.555, bal_acc=0.555</a:t>
            </a:r>
          </a:p>
          <a:p>
            <a:pPr>
              <a:defRPr sz="2400"/>
            </a:pPr>
            <a:r>
              <a:t>Channel_SBS: acc=0.507, bal_acc=0.507</a:t>
            </a:r>
          </a:p>
          <a:p>
            <a:pPr>
              <a:defRPr sz="2400"/>
            </a:pPr>
            <a:r>
              <a:t>Global_SBS: acc=0.200, bal_acc=0.200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100K Relabel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After hard-case + balancing, usable rows dropped strongly</a:t>
            </a:r>
          </a:p>
          <a:p>
            <a:pPr>
              <a:defRPr sz="2400"/>
            </a:pPr>
            <a:r>
              <a:t>Per-channel balanced pilot final rows: 783</a:t>
            </a:r>
          </a:p>
          <a:p>
            <a:pPr>
              <a:defRPr sz="2400"/>
            </a:pPr>
            <a:r>
              <a:t>Strict routed score: acc=0.489, bal_acc=0.494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Method is valid: routed &gt; both baselines</a:t>
            </a:r>
          </a:p>
          <a:p>
            <a:pPr>
              <a:defRPr sz="2400"/>
            </a:pPr>
            <a:r>
              <a:t>Current bottleneck: data construction/retention, not hyperparameters</a:t>
            </a:r>
          </a:p>
          <a:p>
            <a:pPr>
              <a:defRPr sz="2400"/>
            </a:pPr>
            <a:r>
              <a:t>Scaling this branch now is high cost with uncertain gain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Keep v5 as main thesis baseline</a:t>
            </a:r>
          </a:p>
          <a:p>
            <a:pPr>
              <a:defRPr sz="2400"/>
            </a:pPr>
            <a:r>
              <a:t>Keep new direction as exploratory extension with strict evidence</a:t>
            </a:r>
          </a:p>
          <a:p>
            <a:pPr>
              <a:defRPr sz="2400"/>
            </a:pPr>
            <a:r>
              <a:t>Resume scaling only if bigger data-retention strategy is approved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