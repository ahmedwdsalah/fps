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F1 New Direction: Full Experiment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All numbers/figures loaded from repository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Pipeline (Implemented)</a:t>
            </a:r>
          </a:p>
        </p:txBody>
      </p:sp>
      <p:pic>
        <p:nvPicPr>
          <p:cNvPr id="3" name="Picture 2" descr="03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046720" cy="27854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Scripts used: fetch_f1_1m.py -&gt; build_training_dataset.py -&gt; relabel_f1_exact_algorithms_v2.py -&gt; train/eval strict router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Input/Output Artifacts (Actual Files)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Raw arrays: /Volumes/k/thesis_data/f1_only_1m_packed/raw_arrays.h5</a:t>
            </a:r>
          </a:p>
          <a:p>
            <a:pPr>
              <a:defRPr sz="1800"/>
            </a:pPr>
            <a:r>
              <a:t>Index: /Volumes/k/thesis_data/f1_only_1m_packed/index.csv (1,000,008 rows)</a:t>
            </a:r>
          </a:p>
          <a:p>
            <a:pPr>
              <a:defRPr sz="1800"/>
            </a:pPr>
            <a:r>
              <a:t>v2 balanced hard-case: training_dataset_algos_v2_hard_m0p05_balanced.csv (13,215 rows)</a:t>
            </a:r>
          </a:p>
          <a:p>
            <a:pPr>
              <a:defRPr sz="1800"/>
            </a:pPr>
            <a:r>
              <a:t>Strict eval JSON: results/f1_9_channel_models_dynamic_v2_strict/strict_router_eval.json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v5 Baseline Figure (Repo)</a:t>
            </a:r>
          </a:p>
        </p:txBody>
      </p:sp>
      <p:pic>
        <p:nvPicPr>
          <p:cNvPr id="3" name="Picture 2" descr="02_v5_accurac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046720" cy="47824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v5 test acc=0.7608, bal_acc=0.7012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v5 Regret Figure (Repo)</a:t>
            </a:r>
          </a:p>
        </p:txBody>
      </p:sp>
      <p:pic>
        <p:nvPicPr>
          <p:cNvPr id="3" name="Picture 2" descr="05_regre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046720" cy="5729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Strict Router Metrics (Generated from strict_router_eval.json)</a:t>
            </a:r>
          </a:p>
        </p:txBody>
      </p:sp>
      <p:pic>
        <p:nvPicPr>
          <p:cNvPr id="3" name="Picture 2" descr="01_stric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04672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Routed: acc=0.489, bal_acc=0.494</a:t>
            </a:r>
          </a:p>
          <a:p>
            <a:pPr>
              <a:defRPr sz="1600"/>
            </a:pPr>
            <a:r>
              <a:t>Channel_SBS: acc=0.289, bal_acc=0.290</a:t>
            </a:r>
          </a:p>
          <a:p>
            <a:pPr>
              <a:defRPr sz="1600"/>
            </a:pPr>
            <a:r>
              <a:t>Global_SBS: acc=0.255, bal_acc=0.200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Strict Split Sizes (Generated from strict_router_eval.json)</a:t>
            </a:r>
          </a:p>
        </p:txBody>
      </p:sp>
      <p:pic>
        <p:nvPicPr>
          <p:cNvPr id="3" name="Picture 2" descr="04_strict_split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046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Per-Channel Balanced Accuracy (Dynamic V2 Manifest)</a:t>
            </a:r>
          </a:p>
        </p:txBody>
      </p:sp>
      <p:pic>
        <p:nvPicPr>
          <p:cNvPr id="3" name="Picture 2" descr="02_channel_balanced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0467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Optuna Figure (Repo)</a:t>
            </a:r>
          </a:p>
        </p:txBody>
      </p:sp>
      <p:pic>
        <p:nvPicPr>
          <p:cNvPr id="3" name="Picture 2" descr="00_balanced_accuracy_by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04672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Source: results/f1_9_channel_models_optuna/figures/00_balanced_accuracy_by_channel.png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Method Test (100k Relabel)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Relabel 100k completed; hard-case rows=6,970; hard-case balanced rows=1,865</a:t>
            </a:r>
          </a:p>
          <a:p>
            <a:pPr>
              <a:defRPr sz="1800"/>
            </a:pPr>
            <a:r>
              <a:t>Per-channel balancing on pilot reduced usable rows to 783</a:t>
            </a:r>
          </a:p>
          <a:p>
            <a:pPr>
              <a:defRPr sz="1800"/>
            </a:pPr>
            <a:r>
              <a:t>Strict pilot eval: routed acc=0.489, bal_acc=0.494 (still &gt; baselines)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Worked / What Did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Worked: dynamic routing beats both naive baselines under strict protocol</a:t>
            </a:r>
          </a:p>
          <a:p>
            <a:pPr>
              <a:defRPr sz="2000"/>
            </a:pPr>
            <a:r>
              <a:t>Did not work: gains remain modest vs strong v5 baseline level</a:t>
            </a:r>
          </a:p>
          <a:p>
            <a:pPr>
              <a:defRPr sz="2000"/>
            </a:pPr>
            <a:r>
              <a:t>Bottleneck confirmed: data retention after filtering/balancing, not hyperparameter tuning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for 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Main thesis baseline remains v5</a:t>
            </a:r>
          </a:p>
          <a:p>
            <a:pPr>
              <a:defRPr sz="2000"/>
            </a:pPr>
            <a:r>
              <a:t>New direction kept as exploratory extension with strict evidence</a:t>
            </a:r>
          </a:p>
          <a:p>
            <a:pPr>
              <a:defRPr sz="2000"/>
            </a:pPr>
            <a:r>
              <a:t>No large-scale reruns unless data-construction strategy changes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Optuna: Applied Exactly Where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Script: scripts/tune_f1_9_channel_models_optuna.py</a:t>
            </a:r>
          </a:p>
          <a:p>
            <a:pPr>
              <a:defRPr sz="1800"/>
            </a:pPr>
            <a:r>
              <a:t>Dataset: /Volumes/k/thesis_data/f1_only_1m_packed/training_dataset_algos_v2_hard_m0p05_balanced.csv</a:t>
            </a:r>
          </a:p>
          <a:p>
            <a:pPr>
              <a:defRPr sz="1800"/>
            </a:pPr>
            <a:r>
              <a:t>Channel source: /Volumes/k/thesis_data/f1_only_1m_packed/index.csv (join by file)</a:t>
            </a:r>
          </a:p>
          <a:p>
            <a:pPr>
              <a:defRPr sz="1800"/>
            </a:pPr>
            <a:r>
              <a:t>Scope: 9 separate channel models (DRS, Distance, RPM, Speed, Throttle, X, Y, Z, nGear)</a:t>
            </a:r>
          </a:p>
          <a:p>
            <a:pPr>
              <a:defRPr sz="1800"/>
            </a:pPr>
            <a:r>
              <a:t>Objective tuned: validation balanced accuracy (not plain accuracy)</a:t>
            </a:r>
          </a:p>
          <a:p>
            <a:pPr>
              <a:defRPr sz="1800"/>
            </a:pPr>
            <a:r>
              <a:t>Search backend: results/f1_9_channel_models_optuna/optuna_studies.db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Optuna: Exact Results from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Trained channels: 9</a:t>
            </a:r>
          </a:p>
          <a:p>
            <a:pPr>
              <a:defRPr sz="1500"/>
            </a:pPr>
            <a:r>
              <a:t>Mean test accuracy: 0.536</a:t>
            </a:r>
          </a:p>
          <a:p>
            <a:pPr>
              <a:defRPr sz="1500"/>
            </a:pPr>
            <a:r>
              <a:t>Mean test balanced accuracy: 0.498</a:t>
            </a:r>
          </a:p>
          <a:p>
            <a:pPr>
              <a:defRPr sz="1500"/>
            </a:pPr>
            <a:r>
              <a:t>Best channel (bal_acc): DRS = 0.572</a:t>
            </a:r>
          </a:p>
          <a:p>
            <a:pPr>
              <a:defRPr sz="1500"/>
            </a:pPr>
            <a:r>
              <a:t>Worst channel (bal_acc): RPM = 0.429</a:t>
            </a:r>
          </a:p>
          <a:p>
            <a:pPr>
              <a:defRPr sz="1500"/>
            </a:pPr>
            <a:r>
              <a:t>Per-channel test_bal_acc:</a:t>
            </a:r>
          </a:p>
          <a:p>
            <a:pPr>
              <a:defRPr sz="1500"/>
            </a:pPr>
            <a:r>
              <a:t>DRS: test_bal_acc=0.572, test_acc=0.764, best_val_bal_acc=0.788</a:t>
            </a:r>
          </a:p>
          <a:p>
            <a:pPr>
              <a:defRPr sz="1500"/>
            </a:pPr>
            <a:r>
              <a:t>Distance: test_bal_acc=0.493, test_acc=0.541, best_val_bal_acc=0.544</a:t>
            </a:r>
          </a:p>
          <a:p>
            <a:pPr>
              <a:defRPr sz="1500"/>
            </a:pPr>
            <a:r>
              <a:t>RPM: test_bal_acc=0.429, test_acc=0.440, best_val_bal_acc=0.432</a:t>
            </a:r>
          </a:p>
          <a:p>
            <a:pPr>
              <a:defRPr sz="1500"/>
            </a:pPr>
            <a:r>
              <a:t>Speed: test_bal_acc=0.506, test_acc=0.426, best_val_bal_acc=0.527</a:t>
            </a:r>
          </a:p>
          <a:p>
            <a:pPr>
              <a:defRPr sz="1500"/>
            </a:pPr>
            <a:r>
              <a:t>Throttle: test_bal_acc=0.471, test_acc=0.438, best_val_bal_acc=0.570</a:t>
            </a:r>
          </a:p>
          <a:p>
            <a:pPr>
              <a:defRPr sz="1500"/>
            </a:pPr>
            <a:r>
              <a:t>X: test_bal_acc=0.539, test_acc=0.533, best_val_bal_acc=0.532</a:t>
            </a:r>
          </a:p>
          <a:p>
            <a:pPr>
              <a:defRPr sz="1500"/>
            </a:pPr>
            <a:r>
              <a:t>Y: test_bal_acc=0.530, test_acc=0.513, best_val_bal_acc=0.504</a:t>
            </a:r>
          </a:p>
          <a:p>
            <a:pPr>
              <a:defRPr sz="1500"/>
            </a:pPr>
            <a:r>
              <a:t>Z: test_bal_acc=0.502, test_acc=0.507, best_val_bal_acc=0.526</a:t>
            </a:r>
          </a:p>
          <a:p>
            <a:pPr>
              <a:defRPr sz="1500"/>
            </a:pPr>
            <a:r>
              <a:t>nGear: test_bal_acc=0.443, test_acc=0.662, best_val_bal_acc=0.693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Optuna Figure (Exact Repo Output)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772400" cy="35329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Source: /Users/ahmed/Desktop/thesis/My-Master-thesis/results/f1_9_channel_models_optuna/figures/00_balanced_accuracy_by_channel.png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