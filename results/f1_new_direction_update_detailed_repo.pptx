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F1 New Direction: Full Experiment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All numbers/figures loaded from repository artifacts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Pipeline (Implemented)</a:t>
            </a:r>
          </a:p>
        </p:txBody>
      </p:sp>
      <p:pic>
        <p:nvPicPr>
          <p:cNvPr id="3" name="Picture 2" descr="03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046720" cy="27854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4864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Scripts used: fetch_f1_1m.py -&gt; build_training_dataset.py -&gt; relabel_f1_exact_algorithms_v2.py -&gt; train/eval strict router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Input/Output Artifacts (Actual Files)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Raw arrays: /Volumes/k/thesis_data/f1_only_1m_packed/raw_arrays.h5</a:t>
            </a:r>
          </a:p>
          <a:p>
            <a:pPr>
              <a:defRPr sz="1800"/>
            </a:pPr>
            <a:r>
              <a:t>Index: /Volumes/k/thesis_data/f1_only_1m_packed/index.csv (1,000,008 rows)</a:t>
            </a:r>
          </a:p>
          <a:p>
            <a:pPr>
              <a:defRPr sz="1800"/>
            </a:pPr>
            <a:r>
              <a:t>v2 balanced hard-case: training_dataset_algos_v2_hard_m0p05_balanced.csv (13,215 rows)</a:t>
            </a:r>
          </a:p>
          <a:p>
            <a:pPr>
              <a:defRPr sz="1800"/>
            </a:pPr>
            <a:r>
              <a:t>Strict eval JSON: results/f1_9_channel_models_dynamic_v2_strict/strict_router_eval.json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v5 Baseline Figure (Repo)</a:t>
            </a:r>
          </a:p>
        </p:txBody>
      </p:sp>
      <p:pic>
        <p:nvPicPr>
          <p:cNvPr id="3" name="Picture 2" descr="02_v5_accuracy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046720" cy="47824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4864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v5 test acc=0.7608, bal_acc=0.7012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v5 Regret Figure (Repo)</a:t>
            </a:r>
          </a:p>
        </p:txBody>
      </p:sp>
      <p:pic>
        <p:nvPicPr>
          <p:cNvPr id="3" name="Picture 2" descr="05_regret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046720" cy="57291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Strict Router Metrics (Generated from strict_router_eval.json)</a:t>
            </a:r>
          </a:p>
        </p:txBody>
      </p:sp>
      <p:pic>
        <p:nvPicPr>
          <p:cNvPr id="3" name="Picture 2" descr="01_strict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046720" cy="4023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4864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Routed: acc=0.489, bal_acc=0.494</a:t>
            </a:r>
          </a:p>
          <a:p>
            <a:pPr>
              <a:defRPr sz="1600"/>
            </a:pPr>
            <a:r>
              <a:t>Channel_SBS: acc=0.289, bal_acc=0.290</a:t>
            </a:r>
          </a:p>
          <a:p>
            <a:pPr>
              <a:defRPr sz="1600"/>
            </a:pPr>
            <a:r>
              <a:t>Global_SBS: acc=0.255, bal_acc=0.200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Strict Split Sizes (Generated from strict_router_eval.json)</a:t>
            </a:r>
          </a:p>
        </p:txBody>
      </p:sp>
      <p:pic>
        <p:nvPicPr>
          <p:cNvPr id="3" name="Picture 2" descr="04_strict_split_siz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046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Per-Channel Balanced Accuracy (Dynamic V2 Manifest)</a:t>
            </a:r>
          </a:p>
        </p:txBody>
      </p:sp>
      <p:pic>
        <p:nvPicPr>
          <p:cNvPr id="3" name="Picture 2" descr="02_channel_balanced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04672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Optuna Figure (Repo)</a:t>
            </a:r>
          </a:p>
        </p:txBody>
      </p:sp>
      <p:pic>
        <p:nvPicPr>
          <p:cNvPr id="3" name="Picture 2" descr="00_balanced_accuracy_by_cha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04672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4864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Source: results/f1_9_channel_models_optuna/figures/00_balanced_accuracy_by_channel.png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Pilot Method Test (100k Relabel)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Relabel 100k completed; hard-case rows=6,970; hard-case balanced rows=1,865</a:t>
            </a:r>
          </a:p>
          <a:p>
            <a:pPr>
              <a:defRPr sz="1800"/>
            </a:pPr>
            <a:r>
              <a:t>Per-channel balancing on pilot reduced usable rows to 783</a:t>
            </a:r>
          </a:p>
          <a:p>
            <a:pPr>
              <a:defRPr sz="1800"/>
            </a:pPr>
            <a:r>
              <a:t>Strict pilot eval: routed acc=0.489, bal_acc=0.494 (still &gt; baselines)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Worked / What Did Not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Worked: dynamic routing beats both naive baselines under strict protocol</a:t>
            </a:r>
          </a:p>
          <a:p>
            <a:pPr>
              <a:defRPr sz="2000"/>
            </a:pPr>
            <a:r>
              <a:t>Did not work: gains remain modest vs strong v5 baseline level</a:t>
            </a:r>
          </a:p>
          <a:p>
            <a:pPr>
              <a:defRPr sz="2000"/>
            </a:pPr>
            <a:r>
              <a:t>Bottleneck confirmed: data retention after filtering/balancing, not hyperparameter tuning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for Next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Main thesis baseline remains v5</a:t>
            </a:r>
          </a:p>
          <a:p>
            <a:pPr>
              <a:defRPr sz="2000"/>
            </a:pPr>
            <a:r>
              <a:t>New direction kept as exploratory extension with strict evidence</a:t>
            </a:r>
          </a:p>
          <a:p>
            <a:pPr>
              <a:defRPr sz="2000"/>
            </a:pPr>
            <a:r>
              <a:t>No large-scale reruns unless data-construction strategy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